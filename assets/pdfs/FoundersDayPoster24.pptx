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60" r:id="rId5"/>
  </p:sldIdLst>
  <p:sldSz cx="43891200" cy="32918400"/>
  <p:notesSz cx="21272500" cy="32245300"/>
  <p:defaultTextStyle>
    <a:defPPr>
      <a:defRPr lang="en-US"/>
    </a:defPPr>
    <a:lvl1pPr marL="0" algn="l" defTabSz="4388594" rtl="0" eaLnBrk="1" latinLnBrk="0" hangingPunct="1">
      <a:defRPr sz="8540" kern="1200">
        <a:solidFill>
          <a:schemeClr val="tx1"/>
        </a:solidFill>
        <a:latin typeface="+mn-lt"/>
        <a:ea typeface="+mn-ea"/>
        <a:cs typeface="+mn-cs"/>
      </a:defRPr>
    </a:lvl1pPr>
    <a:lvl2pPr marL="2194297" algn="l" defTabSz="4388594" rtl="0" eaLnBrk="1" latinLnBrk="0" hangingPunct="1">
      <a:defRPr sz="8540" kern="1200">
        <a:solidFill>
          <a:schemeClr val="tx1"/>
        </a:solidFill>
        <a:latin typeface="+mn-lt"/>
        <a:ea typeface="+mn-ea"/>
        <a:cs typeface="+mn-cs"/>
      </a:defRPr>
    </a:lvl2pPr>
    <a:lvl3pPr marL="4388594" algn="l" defTabSz="4388594" rtl="0" eaLnBrk="1" latinLnBrk="0" hangingPunct="1">
      <a:defRPr sz="8540" kern="1200">
        <a:solidFill>
          <a:schemeClr val="tx1"/>
        </a:solidFill>
        <a:latin typeface="+mn-lt"/>
        <a:ea typeface="+mn-ea"/>
        <a:cs typeface="+mn-cs"/>
      </a:defRPr>
    </a:lvl3pPr>
    <a:lvl4pPr marL="6582890" algn="l" defTabSz="4388594" rtl="0" eaLnBrk="1" latinLnBrk="0" hangingPunct="1">
      <a:defRPr sz="8540" kern="1200">
        <a:solidFill>
          <a:schemeClr val="tx1"/>
        </a:solidFill>
        <a:latin typeface="+mn-lt"/>
        <a:ea typeface="+mn-ea"/>
        <a:cs typeface="+mn-cs"/>
      </a:defRPr>
    </a:lvl4pPr>
    <a:lvl5pPr marL="8777187" algn="l" defTabSz="4388594" rtl="0" eaLnBrk="1" latinLnBrk="0" hangingPunct="1">
      <a:defRPr sz="8540" kern="1200">
        <a:solidFill>
          <a:schemeClr val="tx1"/>
        </a:solidFill>
        <a:latin typeface="+mn-lt"/>
        <a:ea typeface="+mn-ea"/>
        <a:cs typeface="+mn-cs"/>
      </a:defRPr>
    </a:lvl5pPr>
    <a:lvl6pPr marL="10971484" algn="l" defTabSz="4388594" rtl="0" eaLnBrk="1" latinLnBrk="0" hangingPunct="1">
      <a:defRPr sz="8540" kern="1200">
        <a:solidFill>
          <a:schemeClr val="tx1"/>
        </a:solidFill>
        <a:latin typeface="+mn-lt"/>
        <a:ea typeface="+mn-ea"/>
        <a:cs typeface="+mn-cs"/>
      </a:defRPr>
    </a:lvl6pPr>
    <a:lvl7pPr marL="13165781" algn="l" defTabSz="4388594" rtl="0" eaLnBrk="1" latinLnBrk="0" hangingPunct="1">
      <a:defRPr sz="8540" kern="1200">
        <a:solidFill>
          <a:schemeClr val="tx1"/>
        </a:solidFill>
        <a:latin typeface="+mn-lt"/>
        <a:ea typeface="+mn-ea"/>
        <a:cs typeface="+mn-cs"/>
      </a:defRPr>
    </a:lvl7pPr>
    <a:lvl8pPr marL="15360076" algn="l" defTabSz="4388594" rtl="0" eaLnBrk="1" latinLnBrk="0" hangingPunct="1">
      <a:defRPr sz="8540" kern="1200">
        <a:solidFill>
          <a:schemeClr val="tx1"/>
        </a:solidFill>
        <a:latin typeface="+mn-lt"/>
        <a:ea typeface="+mn-ea"/>
        <a:cs typeface="+mn-cs"/>
      </a:defRPr>
    </a:lvl8pPr>
    <a:lvl9pPr marL="17554373" algn="l" defTabSz="4388594" rtl="0" eaLnBrk="1" latinLnBrk="0" hangingPunct="1">
      <a:defRPr sz="854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4A74"/>
    <a:srgbClr val="C3AFCC"/>
    <a:srgbClr val="D4C3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9BB619-ED6E-49CE-AE1A-F8D4098BB303}" v="33" dt="2024-03-29T16:16:32.799"/>
    <p1510:client id="{EEE0D9B8-6396-7D4A-96B2-B9D1BFB5E8F7}" v="29" dt="2024-03-29T02:49:11.0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368"/>
        <p:guide pos="13824"/>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lfand, Jordy" userId="899ec9fa-b139-4187-b0f6-c1e13a620133" providerId="ADAL" clId="{649BB619-ED6E-49CE-AE1A-F8D4098BB303}"/>
    <pc:docChg chg="undo custSel modSld">
      <pc:chgData name="Wolfand, Jordy" userId="899ec9fa-b139-4187-b0f6-c1e13a620133" providerId="ADAL" clId="{649BB619-ED6E-49CE-AE1A-F8D4098BB303}" dt="2024-03-29T16:16:32.799" v="32" actId="20577"/>
      <pc:docMkLst>
        <pc:docMk/>
      </pc:docMkLst>
      <pc:sldChg chg="delSp modSp mod">
        <pc:chgData name="Wolfand, Jordy" userId="899ec9fa-b139-4187-b0f6-c1e13a620133" providerId="ADAL" clId="{649BB619-ED6E-49CE-AE1A-F8D4098BB303}" dt="2024-03-29T16:16:32.799" v="32" actId="20577"/>
        <pc:sldMkLst>
          <pc:docMk/>
          <pc:sldMk cId="650453500" sldId="260"/>
        </pc:sldMkLst>
        <pc:spChg chg="mod">
          <ac:chgData name="Wolfand, Jordy" userId="899ec9fa-b139-4187-b0f6-c1e13a620133" providerId="ADAL" clId="{649BB619-ED6E-49CE-AE1A-F8D4098BB303}" dt="2024-03-29T16:16:27.964" v="31" actId="20578"/>
          <ac:spMkLst>
            <pc:docMk/>
            <pc:sldMk cId="650453500" sldId="260"/>
            <ac:spMk id="4" creationId="{AD61E74E-28DB-E654-8382-B719511218ED}"/>
          </ac:spMkLst>
        </pc:spChg>
        <pc:spChg chg="mod">
          <ac:chgData name="Wolfand, Jordy" userId="899ec9fa-b139-4187-b0f6-c1e13a620133" providerId="ADAL" clId="{649BB619-ED6E-49CE-AE1A-F8D4098BB303}" dt="2024-03-29T16:16:27.964" v="31" actId="20578"/>
          <ac:spMkLst>
            <pc:docMk/>
            <pc:sldMk cId="650453500" sldId="260"/>
            <ac:spMk id="9" creationId="{0E2E0ED1-DAA0-A827-6CB2-F7F29072455A}"/>
          </ac:spMkLst>
        </pc:spChg>
        <pc:spChg chg="mod">
          <ac:chgData name="Wolfand, Jordy" userId="899ec9fa-b139-4187-b0f6-c1e13a620133" providerId="ADAL" clId="{649BB619-ED6E-49CE-AE1A-F8D4098BB303}" dt="2024-03-29T16:16:27.964" v="31" actId="20578"/>
          <ac:spMkLst>
            <pc:docMk/>
            <pc:sldMk cId="650453500" sldId="260"/>
            <ac:spMk id="14" creationId="{4F1D19A1-4E1F-C322-C7EA-27E1265A363D}"/>
          </ac:spMkLst>
        </pc:spChg>
        <pc:spChg chg="mod">
          <ac:chgData name="Wolfand, Jordy" userId="899ec9fa-b139-4187-b0f6-c1e13a620133" providerId="ADAL" clId="{649BB619-ED6E-49CE-AE1A-F8D4098BB303}" dt="2024-03-29T16:16:27.964" v="31" actId="20578"/>
          <ac:spMkLst>
            <pc:docMk/>
            <pc:sldMk cId="650453500" sldId="260"/>
            <ac:spMk id="19" creationId="{14FEB14E-1711-478D-B740-BFFC6CF156A7}"/>
          </ac:spMkLst>
        </pc:spChg>
        <pc:spChg chg="mod">
          <ac:chgData name="Wolfand, Jordy" userId="899ec9fa-b139-4187-b0f6-c1e13a620133" providerId="ADAL" clId="{649BB619-ED6E-49CE-AE1A-F8D4098BB303}" dt="2024-03-29T16:14:39.842" v="8" actId="255"/>
          <ac:spMkLst>
            <pc:docMk/>
            <pc:sldMk cId="650453500" sldId="260"/>
            <ac:spMk id="35" creationId="{2D55960B-26ED-E52E-0ECC-2D7B67C4DDEB}"/>
          </ac:spMkLst>
        </pc:spChg>
        <pc:spChg chg="del mod">
          <ac:chgData name="Wolfand, Jordy" userId="899ec9fa-b139-4187-b0f6-c1e13a620133" providerId="ADAL" clId="{649BB619-ED6E-49CE-AE1A-F8D4098BB303}" dt="2024-03-29T16:14:43.083" v="9" actId="478"/>
          <ac:spMkLst>
            <pc:docMk/>
            <pc:sldMk cId="650453500" sldId="260"/>
            <ac:spMk id="36" creationId="{33FF14A1-4BD9-A9E1-BFD6-B3974F68611D}"/>
          </ac:spMkLst>
        </pc:spChg>
        <pc:spChg chg="mod">
          <ac:chgData name="Wolfand, Jordy" userId="899ec9fa-b139-4187-b0f6-c1e13a620133" providerId="ADAL" clId="{649BB619-ED6E-49CE-AE1A-F8D4098BB303}" dt="2024-03-29T16:14:55.456" v="13" actId="33524"/>
          <ac:spMkLst>
            <pc:docMk/>
            <pc:sldMk cId="650453500" sldId="260"/>
            <ac:spMk id="39" creationId="{870C041B-F17A-25EB-09DF-07F6363119E9}"/>
          </ac:spMkLst>
        </pc:spChg>
        <pc:spChg chg="mod">
          <ac:chgData name="Wolfand, Jordy" userId="899ec9fa-b139-4187-b0f6-c1e13a620133" providerId="ADAL" clId="{649BB619-ED6E-49CE-AE1A-F8D4098BB303}" dt="2024-03-29T16:16:32.799" v="32" actId="20577"/>
          <ac:spMkLst>
            <pc:docMk/>
            <pc:sldMk cId="650453500" sldId="260"/>
            <ac:spMk id="52" creationId="{70A89DBB-CA5E-CFE5-CA2A-25448AD63763}"/>
          </ac:spMkLst>
        </pc:spChg>
        <pc:grpChg chg="mod">
          <ac:chgData name="Wolfand, Jordy" userId="899ec9fa-b139-4187-b0f6-c1e13a620133" providerId="ADAL" clId="{649BB619-ED6E-49CE-AE1A-F8D4098BB303}" dt="2024-03-29T16:16:27.964" v="31" actId="20578"/>
          <ac:grpSpMkLst>
            <pc:docMk/>
            <pc:sldMk cId="650453500" sldId="260"/>
            <ac:grpSpMk id="2" creationId="{AF0095C0-FA4B-49C5-5840-16664F748D93}"/>
          </ac:grpSpMkLst>
        </pc:grpChg>
        <pc:grpChg chg="mod">
          <ac:chgData name="Wolfand, Jordy" userId="899ec9fa-b139-4187-b0f6-c1e13a620133" providerId="ADAL" clId="{649BB619-ED6E-49CE-AE1A-F8D4098BB303}" dt="2024-03-29T16:16:27.964" v="31" actId="20578"/>
          <ac:grpSpMkLst>
            <pc:docMk/>
            <pc:sldMk cId="650453500" sldId="260"/>
            <ac:grpSpMk id="6" creationId="{366A6471-B4DF-8191-2DF3-B54613FE77C4}"/>
          </ac:grpSpMkLst>
        </pc:grpChg>
        <pc:grpChg chg="del">
          <ac:chgData name="Wolfand, Jordy" userId="899ec9fa-b139-4187-b0f6-c1e13a620133" providerId="ADAL" clId="{649BB619-ED6E-49CE-AE1A-F8D4098BB303}" dt="2024-03-29T16:14:43.083" v="9" actId="478"/>
          <ac:grpSpMkLst>
            <pc:docMk/>
            <pc:sldMk cId="650453500" sldId="260"/>
            <ac:grpSpMk id="34" creationId="{E09D23F1-BA97-88A6-2DB6-7A8FE3639414}"/>
          </ac:grpSpMkLst>
        </pc:grpChg>
      </pc:sldChg>
    </pc:docChg>
  </pc:docChgLst>
  <pc:docChgLst>
    <pc:chgData name="Maya Struzak" userId="103fad15-7274-438c-80db-a6d76eca5828" providerId="ADAL" clId="{EEE0D9B8-6396-7D4A-96B2-B9D1BFB5E8F7}"/>
    <pc:docChg chg="undo custSel modSld">
      <pc:chgData name="Maya Struzak" userId="103fad15-7274-438c-80db-a6d76eca5828" providerId="ADAL" clId="{EEE0D9B8-6396-7D4A-96B2-B9D1BFB5E8F7}" dt="2024-03-29T02:53:03.173" v="1896" actId="1035"/>
      <pc:docMkLst>
        <pc:docMk/>
      </pc:docMkLst>
      <pc:sldChg chg="addSp delSp modSp mod">
        <pc:chgData name="Maya Struzak" userId="103fad15-7274-438c-80db-a6d76eca5828" providerId="ADAL" clId="{EEE0D9B8-6396-7D4A-96B2-B9D1BFB5E8F7}" dt="2024-03-29T02:53:03.173" v="1896" actId="1035"/>
        <pc:sldMkLst>
          <pc:docMk/>
          <pc:sldMk cId="650453500" sldId="260"/>
        </pc:sldMkLst>
        <pc:spChg chg="mod">
          <ac:chgData name="Maya Struzak" userId="103fad15-7274-438c-80db-a6d76eca5828" providerId="ADAL" clId="{EEE0D9B8-6396-7D4A-96B2-B9D1BFB5E8F7}" dt="2024-03-29T02:30:11.517" v="570" actId="14100"/>
          <ac:spMkLst>
            <pc:docMk/>
            <pc:sldMk cId="650453500" sldId="260"/>
            <ac:spMk id="4" creationId="{AD61E74E-28DB-E654-8382-B719511218ED}"/>
          </ac:spMkLst>
        </pc:spChg>
        <pc:spChg chg="del mod">
          <ac:chgData name="Maya Struzak" userId="103fad15-7274-438c-80db-a6d76eca5828" providerId="ADAL" clId="{EEE0D9B8-6396-7D4A-96B2-B9D1BFB5E8F7}" dt="2024-03-29T02:49:04.187" v="1734" actId="478"/>
          <ac:spMkLst>
            <pc:docMk/>
            <pc:sldMk cId="650453500" sldId="260"/>
            <ac:spMk id="5" creationId="{00000000-0000-0000-0000-000000000000}"/>
          </ac:spMkLst>
        </pc:spChg>
        <pc:spChg chg="mod">
          <ac:chgData name="Maya Struzak" userId="103fad15-7274-438c-80db-a6d76eca5828" providerId="ADAL" clId="{EEE0D9B8-6396-7D4A-96B2-B9D1BFB5E8F7}" dt="2024-03-29T02:52:24.895" v="1885" actId="1035"/>
          <ac:spMkLst>
            <pc:docMk/>
            <pc:sldMk cId="650453500" sldId="260"/>
            <ac:spMk id="7" creationId="{00000000-0000-0000-0000-000000000000}"/>
          </ac:spMkLst>
        </pc:spChg>
        <pc:spChg chg="mod">
          <ac:chgData name="Maya Struzak" userId="103fad15-7274-438c-80db-a6d76eca5828" providerId="ADAL" clId="{EEE0D9B8-6396-7D4A-96B2-B9D1BFB5E8F7}" dt="2024-03-29T02:52:30.077" v="1887" actId="1035"/>
          <ac:spMkLst>
            <pc:docMk/>
            <pc:sldMk cId="650453500" sldId="260"/>
            <ac:spMk id="8" creationId="{00000000-0000-0000-0000-000000000000}"/>
          </ac:spMkLst>
        </pc:spChg>
        <pc:spChg chg="mod">
          <ac:chgData name="Maya Struzak" userId="103fad15-7274-438c-80db-a6d76eca5828" providerId="ADAL" clId="{EEE0D9B8-6396-7D4A-96B2-B9D1BFB5E8F7}" dt="2024-03-29T02:30:41.142" v="625" actId="20577"/>
          <ac:spMkLst>
            <pc:docMk/>
            <pc:sldMk cId="650453500" sldId="260"/>
            <ac:spMk id="9" creationId="{0E2E0ED1-DAA0-A827-6CB2-F7F29072455A}"/>
          </ac:spMkLst>
        </pc:spChg>
        <pc:spChg chg="mod">
          <ac:chgData name="Maya Struzak" userId="103fad15-7274-438c-80db-a6d76eca5828" providerId="ADAL" clId="{EEE0D9B8-6396-7D4A-96B2-B9D1BFB5E8F7}" dt="2024-03-29T02:38:27.293" v="1267" actId="20577"/>
          <ac:spMkLst>
            <pc:docMk/>
            <pc:sldMk cId="650453500" sldId="260"/>
            <ac:spMk id="12" creationId="{6E41C649-FD35-1D57-2680-6307FCF42638}"/>
          </ac:spMkLst>
        </pc:spChg>
        <pc:spChg chg="mod">
          <ac:chgData name="Maya Struzak" userId="103fad15-7274-438c-80db-a6d76eca5828" providerId="ADAL" clId="{EEE0D9B8-6396-7D4A-96B2-B9D1BFB5E8F7}" dt="2024-03-29T02:52:44.665" v="1890" actId="14100"/>
          <ac:spMkLst>
            <pc:docMk/>
            <pc:sldMk cId="650453500" sldId="260"/>
            <ac:spMk id="13" creationId="{00000000-0000-0000-0000-000000000000}"/>
          </ac:spMkLst>
        </pc:spChg>
        <pc:spChg chg="mod">
          <ac:chgData name="Maya Struzak" userId="103fad15-7274-438c-80db-a6d76eca5828" providerId="ADAL" clId="{EEE0D9B8-6396-7D4A-96B2-B9D1BFB5E8F7}" dt="2024-03-29T02:33:41.167" v="791" actId="14100"/>
          <ac:spMkLst>
            <pc:docMk/>
            <pc:sldMk cId="650453500" sldId="260"/>
            <ac:spMk id="14" creationId="{4F1D19A1-4E1F-C322-C7EA-27E1265A363D}"/>
          </ac:spMkLst>
        </pc:spChg>
        <pc:spChg chg="mod">
          <ac:chgData name="Maya Struzak" userId="103fad15-7274-438c-80db-a6d76eca5828" providerId="ADAL" clId="{EEE0D9B8-6396-7D4A-96B2-B9D1BFB5E8F7}" dt="2024-03-29T02:21:54.155" v="385" actId="1037"/>
          <ac:spMkLst>
            <pc:docMk/>
            <pc:sldMk cId="650453500" sldId="260"/>
            <ac:spMk id="15" creationId="{B351DDD5-5D38-711D-E157-04C1A09DF62E}"/>
          </ac:spMkLst>
        </pc:spChg>
        <pc:spChg chg="mod">
          <ac:chgData name="Maya Struzak" userId="103fad15-7274-438c-80db-a6d76eca5828" providerId="ADAL" clId="{EEE0D9B8-6396-7D4A-96B2-B9D1BFB5E8F7}" dt="2024-03-29T02:18:20.175" v="349" actId="1036"/>
          <ac:spMkLst>
            <pc:docMk/>
            <pc:sldMk cId="650453500" sldId="260"/>
            <ac:spMk id="16" creationId="{AB766C07-2062-670F-6179-83B0C6EFACB0}"/>
          </ac:spMkLst>
        </pc:spChg>
        <pc:spChg chg="mod">
          <ac:chgData name="Maya Struzak" userId="103fad15-7274-438c-80db-a6d76eca5828" providerId="ADAL" clId="{EEE0D9B8-6396-7D4A-96B2-B9D1BFB5E8F7}" dt="2024-03-29T02:31:29.025" v="652" actId="1035"/>
          <ac:spMkLst>
            <pc:docMk/>
            <pc:sldMk cId="650453500" sldId="260"/>
            <ac:spMk id="17" creationId="{EF0F0500-0E34-C4ED-F334-DFD903EAD8E5}"/>
          </ac:spMkLst>
        </pc:spChg>
        <pc:spChg chg="mod">
          <ac:chgData name="Maya Struzak" userId="103fad15-7274-438c-80db-a6d76eca5828" providerId="ADAL" clId="{EEE0D9B8-6396-7D4A-96B2-B9D1BFB5E8F7}" dt="2024-03-29T02:30:49.612" v="627" actId="14100"/>
          <ac:spMkLst>
            <pc:docMk/>
            <pc:sldMk cId="650453500" sldId="260"/>
            <ac:spMk id="19" creationId="{14FEB14E-1711-478D-B740-BFFC6CF156A7}"/>
          </ac:spMkLst>
        </pc:spChg>
        <pc:spChg chg="mod">
          <ac:chgData name="Maya Struzak" userId="103fad15-7274-438c-80db-a6d76eca5828" providerId="ADAL" clId="{EEE0D9B8-6396-7D4A-96B2-B9D1BFB5E8F7}" dt="2024-03-29T02:23:39.235" v="415" actId="1035"/>
          <ac:spMkLst>
            <pc:docMk/>
            <pc:sldMk cId="650453500" sldId="260"/>
            <ac:spMk id="20" creationId="{F965DA96-8E88-212B-5CAB-A8DBBD1B86BF}"/>
          </ac:spMkLst>
        </pc:spChg>
        <pc:spChg chg="mod">
          <ac:chgData name="Maya Struzak" userId="103fad15-7274-438c-80db-a6d76eca5828" providerId="ADAL" clId="{EEE0D9B8-6396-7D4A-96B2-B9D1BFB5E8F7}" dt="2024-03-29T02:53:03.173" v="1896" actId="1035"/>
          <ac:spMkLst>
            <pc:docMk/>
            <pc:sldMk cId="650453500" sldId="260"/>
            <ac:spMk id="24" creationId="{24BA34B0-8712-D467-9612-93539173FC8B}"/>
          </ac:spMkLst>
        </pc:spChg>
        <pc:spChg chg="mod">
          <ac:chgData name="Maya Struzak" userId="103fad15-7274-438c-80db-a6d76eca5828" providerId="ADAL" clId="{EEE0D9B8-6396-7D4A-96B2-B9D1BFB5E8F7}" dt="2024-03-29T02:23:39.235" v="415" actId="1035"/>
          <ac:spMkLst>
            <pc:docMk/>
            <pc:sldMk cId="650453500" sldId="260"/>
            <ac:spMk id="27" creationId="{5A0EED13-499D-157B-0407-DAF6FFAB9A28}"/>
          </ac:spMkLst>
        </pc:spChg>
        <pc:spChg chg="mod">
          <ac:chgData name="Maya Struzak" userId="103fad15-7274-438c-80db-a6d76eca5828" providerId="ADAL" clId="{EEE0D9B8-6396-7D4A-96B2-B9D1BFB5E8F7}" dt="2024-03-29T02:23:39.235" v="415" actId="1035"/>
          <ac:spMkLst>
            <pc:docMk/>
            <pc:sldMk cId="650453500" sldId="260"/>
            <ac:spMk id="28" creationId="{37D880C7-CB6E-7F34-B578-9A350A90A5EA}"/>
          </ac:spMkLst>
        </pc:spChg>
        <pc:spChg chg="del">
          <ac:chgData name="Maya Struzak" userId="103fad15-7274-438c-80db-a6d76eca5828" providerId="ADAL" clId="{EEE0D9B8-6396-7D4A-96B2-B9D1BFB5E8F7}" dt="2024-03-29T02:19:26.068" v="351" actId="478"/>
          <ac:spMkLst>
            <pc:docMk/>
            <pc:sldMk cId="650453500" sldId="260"/>
            <ac:spMk id="29" creationId="{39777CB7-3683-7432-D68F-162E6C350DF7}"/>
          </ac:spMkLst>
        </pc:spChg>
        <pc:spChg chg="mod">
          <ac:chgData name="Maya Struzak" userId="103fad15-7274-438c-80db-a6d76eca5828" providerId="ADAL" clId="{EEE0D9B8-6396-7D4A-96B2-B9D1BFB5E8F7}" dt="2024-03-29T02:20:11.833" v="357"/>
          <ac:spMkLst>
            <pc:docMk/>
            <pc:sldMk cId="650453500" sldId="260"/>
            <ac:spMk id="30" creationId="{EF166986-EF10-FECE-4678-FC6F1D290E5D}"/>
          </ac:spMkLst>
        </pc:spChg>
        <pc:spChg chg="mod">
          <ac:chgData name="Maya Struzak" userId="103fad15-7274-438c-80db-a6d76eca5828" providerId="ADAL" clId="{EEE0D9B8-6396-7D4A-96B2-B9D1BFB5E8F7}" dt="2024-03-29T02:23:23.406" v="409" actId="1035"/>
          <ac:spMkLst>
            <pc:docMk/>
            <pc:sldMk cId="650453500" sldId="260"/>
            <ac:spMk id="31" creationId="{405F418A-7963-5CAE-1488-B9AB8E6895E3}"/>
          </ac:spMkLst>
        </pc:spChg>
        <pc:spChg chg="mod">
          <ac:chgData name="Maya Struzak" userId="103fad15-7274-438c-80db-a6d76eca5828" providerId="ADAL" clId="{EEE0D9B8-6396-7D4A-96B2-B9D1BFB5E8F7}" dt="2024-03-29T02:20:11.833" v="357"/>
          <ac:spMkLst>
            <pc:docMk/>
            <pc:sldMk cId="650453500" sldId="260"/>
            <ac:spMk id="33" creationId="{8586EDE4-1050-D5CB-1170-0187704C3016}"/>
          </ac:spMkLst>
        </pc:spChg>
        <pc:spChg chg="mod">
          <ac:chgData name="Maya Struzak" userId="103fad15-7274-438c-80db-a6d76eca5828" providerId="ADAL" clId="{EEE0D9B8-6396-7D4A-96B2-B9D1BFB5E8F7}" dt="2024-03-29T02:09:55.158" v="90" actId="1076"/>
          <ac:spMkLst>
            <pc:docMk/>
            <pc:sldMk cId="650453500" sldId="260"/>
            <ac:spMk id="35" creationId="{2D55960B-26ED-E52E-0ECC-2D7B67C4DDEB}"/>
          </ac:spMkLst>
        </pc:spChg>
        <pc:spChg chg="mod">
          <ac:chgData name="Maya Struzak" userId="103fad15-7274-438c-80db-a6d76eca5828" providerId="ADAL" clId="{EEE0D9B8-6396-7D4A-96B2-B9D1BFB5E8F7}" dt="2024-03-29T02:34:39.504" v="802" actId="242"/>
          <ac:spMkLst>
            <pc:docMk/>
            <pc:sldMk cId="650453500" sldId="260"/>
            <ac:spMk id="36" creationId="{33FF14A1-4BD9-A9E1-BFD6-B3974F68611D}"/>
          </ac:spMkLst>
        </pc:spChg>
        <pc:spChg chg="mod">
          <ac:chgData name="Maya Struzak" userId="103fad15-7274-438c-80db-a6d76eca5828" providerId="ADAL" clId="{EEE0D9B8-6396-7D4A-96B2-B9D1BFB5E8F7}" dt="2024-03-29T02:30:58.350" v="636" actId="1035"/>
          <ac:spMkLst>
            <pc:docMk/>
            <pc:sldMk cId="650453500" sldId="260"/>
            <ac:spMk id="37" creationId="{CCB210B3-0A8C-EC10-594D-6B6E197C910D}"/>
          </ac:spMkLst>
        </pc:spChg>
        <pc:spChg chg="mod">
          <ac:chgData name="Maya Struzak" userId="103fad15-7274-438c-80db-a6d76eca5828" providerId="ADAL" clId="{EEE0D9B8-6396-7D4A-96B2-B9D1BFB5E8F7}" dt="2024-03-29T02:02:43.995" v="9" actId="164"/>
          <ac:spMkLst>
            <pc:docMk/>
            <pc:sldMk cId="650453500" sldId="260"/>
            <ac:spMk id="38" creationId="{566A4170-CE83-9823-A049-07D2EA7CB11C}"/>
          </ac:spMkLst>
        </pc:spChg>
        <pc:spChg chg="mod">
          <ac:chgData name="Maya Struzak" userId="103fad15-7274-438c-80db-a6d76eca5828" providerId="ADAL" clId="{EEE0D9B8-6396-7D4A-96B2-B9D1BFB5E8F7}" dt="2024-03-29T02:05:04.537" v="41" actId="1035"/>
          <ac:spMkLst>
            <pc:docMk/>
            <pc:sldMk cId="650453500" sldId="260"/>
            <ac:spMk id="39" creationId="{870C041B-F17A-25EB-09DF-07F6363119E9}"/>
          </ac:spMkLst>
        </pc:spChg>
        <pc:spChg chg="mod">
          <ac:chgData name="Maya Struzak" userId="103fad15-7274-438c-80db-a6d76eca5828" providerId="ADAL" clId="{EEE0D9B8-6396-7D4A-96B2-B9D1BFB5E8F7}" dt="2024-03-29T02:20:11.833" v="357"/>
          <ac:spMkLst>
            <pc:docMk/>
            <pc:sldMk cId="650453500" sldId="260"/>
            <ac:spMk id="40" creationId="{DCBB43F5-B7E0-9B18-43B8-322A18897F35}"/>
          </ac:spMkLst>
        </pc:spChg>
        <pc:spChg chg="mod">
          <ac:chgData name="Maya Struzak" userId="103fad15-7274-438c-80db-a6d76eca5828" providerId="ADAL" clId="{EEE0D9B8-6396-7D4A-96B2-B9D1BFB5E8F7}" dt="2024-03-29T02:21:17.924" v="377" actId="20577"/>
          <ac:spMkLst>
            <pc:docMk/>
            <pc:sldMk cId="650453500" sldId="260"/>
            <ac:spMk id="41" creationId="{F062B00E-B71F-F08E-37F9-DC2320D640B0}"/>
          </ac:spMkLst>
        </pc:spChg>
        <pc:spChg chg="mod topLvl">
          <ac:chgData name="Maya Struzak" userId="103fad15-7274-438c-80db-a6d76eca5828" providerId="ADAL" clId="{EEE0D9B8-6396-7D4A-96B2-B9D1BFB5E8F7}" dt="2024-03-29T02:42:40.626" v="1655" actId="14100"/>
          <ac:spMkLst>
            <pc:docMk/>
            <pc:sldMk cId="650453500" sldId="260"/>
            <ac:spMk id="43" creationId="{AFA24AF8-89D1-3C98-D0D4-8DE020AEF24E}"/>
          </ac:spMkLst>
        </pc:spChg>
        <pc:spChg chg="del mod">
          <ac:chgData name="Maya Struzak" userId="103fad15-7274-438c-80db-a6d76eca5828" providerId="ADAL" clId="{EEE0D9B8-6396-7D4A-96B2-B9D1BFB5E8F7}" dt="2024-03-29T02:34:23.885" v="801" actId="478"/>
          <ac:spMkLst>
            <pc:docMk/>
            <pc:sldMk cId="650453500" sldId="260"/>
            <ac:spMk id="45" creationId="{1CB8060A-23C3-D07A-6E94-B5BCCF91EFD6}"/>
          </ac:spMkLst>
        </pc:spChg>
        <pc:spChg chg="del mod">
          <ac:chgData name="Maya Struzak" userId="103fad15-7274-438c-80db-a6d76eca5828" providerId="ADAL" clId="{EEE0D9B8-6396-7D4A-96B2-B9D1BFB5E8F7}" dt="2024-03-29T02:40:34.240" v="1482" actId="478"/>
          <ac:spMkLst>
            <pc:docMk/>
            <pc:sldMk cId="650453500" sldId="260"/>
            <ac:spMk id="46" creationId="{8236B1D1-6C9D-8818-876D-6743C21B9E8B}"/>
          </ac:spMkLst>
        </pc:spChg>
        <pc:spChg chg="del mod topLvl">
          <ac:chgData name="Maya Struzak" userId="103fad15-7274-438c-80db-a6d76eca5828" providerId="ADAL" clId="{EEE0D9B8-6396-7D4A-96B2-B9D1BFB5E8F7}" dt="2024-03-29T02:40:34.240" v="1482" actId="478"/>
          <ac:spMkLst>
            <pc:docMk/>
            <pc:sldMk cId="650453500" sldId="260"/>
            <ac:spMk id="47" creationId="{0D1329EB-F25B-BFEE-3474-B8AEA180010B}"/>
          </ac:spMkLst>
        </pc:spChg>
        <pc:spChg chg="add mod">
          <ac:chgData name="Maya Struzak" userId="103fad15-7274-438c-80db-a6d76eca5828" providerId="ADAL" clId="{EEE0D9B8-6396-7D4A-96B2-B9D1BFB5E8F7}" dt="2024-03-29T02:31:10.135" v="639" actId="1076"/>
          <ac:spMkLst>
            <pc:docMk/>
            <pc:sldMk cId="650453500" sldId="260"/>
            <ac:spMk id="51" creationId="{170133CE-D9A3-4600-DE10-E9F0C95C7DB1}"/>
          </ac:spMkLst>
        </pc:spChg>
        <pc:spChg chg="add mod">
          <ac:chgData name="Maya Struzak" userId="103fad15-7274-438c-80db-a6d76eca5828" providerId="ADAL" clId="{EEE0D9B8-6396-7D4A-96B2-B9D1BFB5E8F7}" dt="2024-03-29T02:42:48.217" v="1657" actId="1036"/>
          <ac:spMkLst>
            <pc:docMk/>
            <pc:sldMk cId="650453500" sldId="260"/>
            <ac:spMk id="52" creationId="{70A89DBB-CA5E-CFE5-CA2A-25448AD63763}"/>
          </ac:spMkLst>
        </pc:spChg>
        <pc:spChg chg="add mod">
          <ac:chgData name="Maya Struzak" userId="103fad15-7274-438c-80db-a6d76eca5828" providerId="ADAL" clId="{EEE0D9B8-6396-7D4A-96B2-B9D1BFB5E8F7}" dt="2024-03-29T02:40:47.843" v="1485" actId="14100"/>
          <ac:spMkLst>
            <pc:docMk/>
            <pc:sldMk cId="650453500" sldId="260"/>
            <ac:spMk id="53" creationId="{32E7BCBB-F6B0-5ACA-87C5-1A8BABEFE39A}"/>
          </ac:spMkLst>
        </pc:spChg>
        <pc:spChg chg="add mod">
          <ac:chgData name="Maya Struzak" userId="103fad15-7274-438c-80db-a6d76eca5828" providerId="ADAL" clId="{EEE0D9B8-6396-7D4A-96B2-B9D1BFB5E8F7}" dt="2024-03-29T02:41:01.704" v="1499" actId="20577"/>
          <ac:spMkLst>
            <pc:docMk/>
            <pc:sldMk cId="650453500" sldId="260"/>
            <ac:spMk id="54" creationId="{2ED5BF32-3123-A37F-5E8D-BDE8EC9AF578}"/>
          </ac:spMkLst>
        </pc:spChg>
        <pc:spChg chg="add mod">
          <ac:chgData name="Maya Struzak" userId="103fad15-7274-438c-80db-a6d76eca5828" providerId="ADAL" clId="{EEE0D9B8-6396-7D4A-96B2-B9D1BFB5E8F7}" dt="2024-03-29T02:43:04.519" v="1659" actId="1076"/>
          <ac:spMkLst>
            <pc:docMk/>
            <pc:sldMk cId="650453500" sldId="260"/>
            <ac:spMk id="55" creationId="{F3E579C0-5133-2C1F-8B54-4628D62DC3C4}"/>
          </ac:spMkLst>
        </pc:spChg>
        <pc:spChg chg="add mod">
          <ac:chgData name="Maya Struzak" userId="103fad15-7274-438c-80db-a6d76eca5828" providerId="ADAL" clId="{EEE0D9B8-6396-7D4A-96B2-B9D1BFB5E8F7}" dt="2024-03-29T02:43:04.519" v="1659" actId="1076"/>
          <ac:spMkLst>
            <pc:docMk/>
            <pc:sldMk cId="650453500" sldId="260"/>
            <ac:spMk id="57" creationId="{162F9358-E48D-A56D-70DC-6FDE46A87861}"/>
          </ac:spMkLst>
        </pc:spChg>
        <pc:spChg chg="add mod">
          <ac:chgData name="Maya Struzak" userId="103fad15-7274-438c-80db-a6d76eca5828" providerId="ADAL" clId="{EEE0D9B8-6396-7D4A-96B2-B9D1BFB5E8F7}" dt="2024-03-29T02:43:15.299" v="1684" actId="20577"/>
          <ac:spMkLst>
            <pc:docMk/>
            <pc:sldMk cId="650453500" sldId="260"/>
            <ac:spMk id="58" creationId="{BCD2D84A-17CD-3AE7-3FA4-10E28C4C8A83}"/>
          </ac:spMkLst>
        </pc:spChg>
        <pc:spChg chg="add mod">
          <ac:chgData name="Maya Struzak" userId="103fad15-7274-438c-80db-a6d76eca5828" providerId="ADAL" clId="{EEE0D9B8-6396-7D4A-96B2-B9D1BFB5E8F7}" dt="2024-03-29T02:51:55.599" v="1874" actId="1076"/>
          <ac:spMkLst>
            <pc:docMk/>
            <pc:sldMk cId="650453500" sldId="260"/>
            <ac:spMk id="62" creationId="{9C542B61-9EB6-0F01-A145-1616577A5687}"/>
          </ac:spMkLst>
        </pc:spChg>
        <pc:grpChg chg="mod">
          <ac:chgData name="Maya Struzak" userId="103fad15-7274-438c-80db-a6d76eca5828" providerId="ADAL" clId="{EEE0D9B8-6396-7D4A-96B2-B9D1BFB5E8F7}" dt="2024-03-29T02:02:23.896" v="8" actId="164"/>
          <ac:grpSpMkLst>
            <pc:docMk/>
            <pc:sldMk cId="650453500" sldId="260"/>
            <ac:grpSpMk id="2" creationId="{AF0095C0-FA4B-49C5-5840-16664F748D93}"/>
          </ac:grpSpMkLst>
        </pc:grpChg>
        <pc:grpChg chg="add mod">
          <ac:chgData name="Maya Struzak" userId="103fad15-7274-438c-80db-a6d76eca5828" providerId="ADAL" clId="{EEE0D9B8-6396-7D4A-96B2-B9D1BFB5E8F7}" dt="2024-03-29T02:23:13.231" v="400" actId="1035"/>
          <ac:grpSpMkLst>
            <pc:docMk/>
            <pc:sldMk cId="650453500" sldId="260"/>
            <ac:grpSpMk id="6" creationId="{366A6471-B4DF-8191-2DF3-B54613FE77C4}"/>
          </ac:grpSpMkLst>
        </pc:grpChg>
        <pc:grpChg chg="add mod">
          <ac:chgData name="Maya Struzak" userId="103fad15-7274-438c-80db-a6d76eca5828" providerId="ADAL" clId="{EEE0D9B8-6396-7D4A-96B2-B9D1BFB5E8F7}" dt="2024-03-29T02:23:27.723" v="412" actId="1035"/>
          <ac:grpSpMkLst>
            <pc:docMk/>
            <pc:sldMk cId="650453500" sldId="260"/>
            <ac:grpSpMk id="22" creationId="{49CAED1A-ECC9-D41E-F4D7-D96287E7EB56}"/>
          </ac:grpSpMkLst>
        </pc:grpChg>
        <pc:grpChg chg="add del mod">
          <ac:chgData name="Maya Struzak" userId="103fad15-7274-438c-80db-a6d76eca5828" providerId="ADAL" clId="{EEE0D9B8-6396-7D4A-96B2-B9D1BFB5E8F7}" dt="2024-03-29T02:21:38.133" v="379" actId="478"/>
          <ac:grpSpMkLst>
            <pc:docMk/>
            <pc:sldMk cId="650453500" sldId="260"/>
            <ac:grpSpMk id="26" creationId="{47BDB2A5-BF5A-F379-EDB0-19B7F69CA431}"/>
          </ac:grpSpMkLst>
        </pc:grpChg>
        <pc:grpChg chg="mod">
          <ac:chgData name="Maya Struzak" userId="103fad15-7274-438c-80db-a6d76eca5828" providerId="ADAL" clId="{EEE0D9B8-6396-7D4A-96B2-B9D1BFB5E8F7}" dt="2024-03-29T02:20:11.833" v="357"/>
          <ac:grpSpMkLst>
            <pc:docMk/>
            <pc:sldMk cId="650453500" sldId="260"/>
            <ac:grpSpMk id="32" creationId="{CC6CA4CA-1271-8AE5-D4E8-BE2337ACF75F}"/>
          </ac:grpSpMkLst>
        </pc:grpChg>
        <pc:grpChg chg="mod">
          <ac:chgData name="Maya Struzak" userId="103fad15-7274-438c-80db-a6d76eca5828" providerId="ADAL" clId="{EEE0D9B8-6396-7D4A-96B2-B9D1BFB5E8F7}" dt="2024-03-29T02:02:43.995" v="9" actId="164"/>
          <ac:grpSpMkLst>
            <pc:docMk/>
            <pc:sldMk cId="650453500" sldId="260"/>
            <ac:grpSpMk id="34" creationId="{E09D23F1-BA97-88A6-2DB6-7A8FE3639414}"/>
          </ac:grpSpMkLst>
        </pc:grpChg>
        <pc:grpChg chg="add del mod">
          <ac:chgData name="Maya Struzak" userId="103fad15-7274-438c-80db-a6d76eca5828" providerId="ADAL" clId="{EEE0D9B8-6396-7D4A-96B2-B9D1BFB5E8F7}" dt="2024-03-29T02:40:34.240" v="1482" actId="478"/>
          <ac:grpSpMkLst>
            <pc:docMk/>
            <pc:sldMk cId="650453500" sldId="260"/>
            <ac:grpSpMk id="42" creationId="{77C56BB0-3525-07C7-EFDE-3430317ADAC7}"/>
          </ac:grpSpMkLst>
        </pc:grpChg>
        <pc:grpChg chg="del mod">
          <ac:chgData name="Maya Struzak" userId="103fad15-7274-438c-80db-a6d76eca5828" providerId="ADAL" clId="{EEE0D9B8-6396-7D4A-96B2-B9D1BFB5E8F7}" dt="2024-03-29T02:40:34.240" v="1482" actId="478"/>
          <ac:grpSpMkLst>
            <pc:docMk/>
            <pc:sldMk cId="650453500" sldId="260"/>
            <ac:grpSpMk id="44" creationId="{BFDB4FB0-5840-F85E-2692-9959DE5EE653}"/>
          </ac:grpSpMkLst>
        </pc:grpChg>
        <pc:grpChg chg="mod">
          <ac:chgData name="Maya Struzak" userId="103fad15-7274-438c-80db-a6d76eca5828" providerId="ADAL" clId="{EEE0D9B8-6396-7D4A-96B2-B9D1BFB5E8F7}" dt="2024-03-29T02:52:48.400" v="1895" actId="1038"/>
          <ac:grpSpMkLst>
            <pc:docMk/>
            <pc:sldMk cId="650453500" sldId="260"/>
            <ac:grpSpMk id="56" creationId="{00000000-0000-0000-0000-000000000000}"/>
          </ac:grpSpMkLst>
        </pc:grpChg>
        <pc:picChg chg="mod modCrop">
          <ac:chgData name="Maya Struzak" userId="103fad15-7274-438c-80db-a6d76eca5828" providerId="ADAL" clId="{EEE0D9B8-6396-7D4A-96B2-B9D1BFB5E8F7}" dt="2024-03-29T02:31:24.784" v="645" actId="1036"/>
          <ac:picMkLst>
            <pc:docMk/>
            <pc:sldMk cId="650453500" sldId="260"/>
            <ac:picMk id="10" creationId="{5CE01F8E-39D0-186D-FF56-4308841D4524}"/>
          </ac:picMkLst>
        </pc:picChg>
        <pc:picChg chg="mod">
          <ac:chgData name="Maya Struzak" userId="103fad15-7274-438c-80db-a6d76eca5828" providerId="ADAL" clId="{EEE0D9B8-6396-7D4A-96B2-B9D1BFB5E8F7}" dt="2024-03-29T02:23:23.406" v="409" actId="1035"/>
          <ac:picMkLst>
            <pc:docMk/>
            <pc:sldMk cId="650453500" sldId="260"/>
            <ac:picMk id="11" creationId="{3EFCA1F6-625D-3759-48BF-02505B2B2905}"/>
          </ac:picMkLst>
        </pc:picChg>
        <pc:picChg chg="mod modCrop">
          <ac:chgData name="Maya Struzak" userId="103fad15-7274-438c-80db-a6d76eca5828" providerId="ADAL" clId="{EEE0D9B8-6396-7D4A-96B2-B9D1BFB5E8F7}" dt="2024-03-29T02:23:39.235" v="415" actId="1035"/>
          <ac:picMkLst>
            <pc:docMk/>
            <pc:sldMk cId="650453500" sldId="260"/>
            <ac:picMk id="18" creationId="{CABD087E-C049-2C18-A534-2DD9E21C03DC}"/>
          </ac:picMkLst>
        </pc:picChg>
        <pc:picChg chg="mod modCrop">
          <ac:chgData name="Maya Struzak" userId="103fad15-7274-438c-80db-a6d76eca5828" providerId="ADAL" clId="{EEE0D9B8-6396-7D4A-96B2-B9D1BFB5E8F7}" dt="2024-03-29T02:23:39.235" v="415" actId="1035"/>
          <ac:picMkLst>
            <pc:docMk/>
            <pc:sldMk cId="650453500" sldId="260"/>
            <ac:picMk id="21" creationId="{41874E79-0108-600A-9A10-753D6077A466}"/>
          </ac:picMkLst>
        </pc:picChg>
        <pc:picChg chg="mod modCrop">
          <ac:chgData name="Maya Struzak" userId="103fad15-7274-438c-80db-a6d76eca5828" providerId="ADAL" clId="{EEE0D9B8-6396-7D4A-96B2-B9D1BFB5E8F7}" dt="2024-03-29T02:23:39.235" v="415" actId="1035"/>
          <ac:picMkLst>
            <pc:docMk/>
            <pc:sldMk cId="650453500" sldId="260"/>
            <ac:picMk id="23" creationId="{A53BFB39-7F5A-8BEE-C631-26E06E546054}"/>
          </ac:picMkLst>
        </pc:picChg>
        <pc:picChg chg="del">
          <ac:chgData name="Maya Struzak" userId="103fad15-7274-438c-80db-a6d76eca5828" providerId="ADAL" clId="{EEE0D9B8-6396-7D4A-96B2-B9D1BFB5E8F7}" dt="2024-03-29T02:19:26.068" v="351" actId="478"/>
          <ac:picMkLst>
            <pc:docMk/>
            <pc:sldMk cId="650453500" sldId="260"/>
            <ac:picMk id="25" creationId="{881A880C-91DE-987D-3310-9FD7071F1A0C}"/>
          </ac:picMkLst>
        </pc:picChg>
        <pc:picChg chg="add del mod">
          <ac:chgData name="Maya Struzak" userId="103fad15-7274-438c-80db-a6d76eca5828" providerId="ADAL" clId="{EEE0D9B8-6396-7D4A-96B2-B9D1BFB5E8F7}" dt="2024-03-29T02:24:34.248" v="441" actId="478"/>
          <ac:picMkLst>
            <pc:docMk/>
            <pc:sldMk cId="650453500" sldId="260"/>
            <ac:picMk id="48" creationId="{717E10A4-C657-48A6-381F-A26E0EAFE483}"/>
          </ac:picMkLst>
        </pc:picChg>
        <pc:picChg chg="add del mod">
          <ac:chgData name="Maya Struzak" userId="103fad15-7274-438c-80db-a6d76eca5828" providerId="ADAL" clId="{EEE0D9B8-6396-7D4A-96B2-B9D1BFB5E8F7}" dt="2024-03-29T02:26:00.261" v="444" actId="478"/>
          <ac:picMkLst>
            <pc:docMk/>
            <pc:sldMk cId="650453500" sldId="260"/>
            <ac:picMk id="49" creationId="{5AF99869-3F3F-33BC-A4F4-85412567EADE}"/>
          </ac:picMkLst>
        </pc:picChg>
        <pc:picChg chg="add mod">
          <ac:chgData name="Maya Struzak" userId="103fad15-7274-438c-80db-a6d76eca5828" providerId="ADAL" clId="{EEE0D9B8-6396-7D4A-96B2-B9D1BFB5E8F7}" dt="2024-03-29T02:31:17.932" v="644" actId="1035"/>
          <ac:picMkLst>
            <pc:docMk/>
            <pc:sldMk cId="650453500" sldId="260"/>
            <ac:picMk id="50" creationId="{FB9B1994-F821-D797-C110-D19A1455A0A0}"/>
          </ac:picMkLst>
        </pc:picChg>
        <pc:picChg chg="add del mod">
          <ac:chgData name="Maya Struzak" userId="103fad15-7274-438c-80db-a6d76eca5828" providerId="ADAL" clId="{EEE0D9B8-6396-7D4A-96B2-B9D1BFB5E8F7}" dt="2024-03-29T02:48:12.991" v="1721" actId="478"/>
          <ac:picMkLst>
            <pc:docMk/>
            <pc:sldMk cId="650453500" sldId="260"/>
            <ac:picMk id="60" creationId="{4A90E3F2-0669-B4CA-B8FD-B56BF3D2D3E0}"/>
          </ac:picMkLst>
        </pc:picChg>
        <pc:picChg chg="add mod">
          <ac:chgData name="Maya Struzak" userId="103fad15-7274-438c-80db-a6d76eca5828" providerId="ADAL" clId="{EEE0D9B8-6396-7D4A-96B2-B9D1BFB5E8F7}" dt="2024-03-29T02:52:15.709" v="1882" actId="1036"/>
          <ac:picMkLst>
            <pc:docMk/>
            <pc:sldMk cId="650453500" sldId="260"/>
            <ac:picMk id="61" creationId="{09C42788-21F3-A0B1-63EA-16ACA80C3544}"/>
          </ac:picMkLst>
        </pc:picChg>
      </pc:sldChg>
    </pc:docChg>
  </pc:docChgLst>
  <pc:docChgLst>
    <pc:chgData name="Struzak, Maya" userId="103fad15-7274-438c-80db-a6d76eca5828" providerId="ADAL" clId="{EEE0D9B8-6396-7D4A-96B2-B9D1BFB5E8F7}"/>
    <pc:docChg chg="undo custSel modSld">
      <pc:chgData name="Struzak, Maya" userId="103fad15-7274-438c-80db-a6d76eca5828" providerId="ADAL" clId="{EEE0D9B8-6396-7D4A-96B2-B9D1BFB5E8F7}" dt="2024-03-28T23:34:05.126" v="997" actId="1076"/>
      <pc:docMkLst>
        <pc:docMk/>
      </pc:docMkLst>
      <pc:sldChg chg="addSp delSp modSp mod">
        <pc:chgData name="Struzak, Maya" userId="103fad15-7274-438c-80db-a6d76eca5828" providerId="ADAL" clId="{EEE0D9B8-6396-7D4A-96B2-B9D1BFB5E8F7}" dt="2024-03-28T23:34:05.126" v="997" actId="1076"/>
        <pc:sldMkLst>
          <pc:docMk/>
          <pc:sldMk cId="650453500" sldId="260"/>
        </pc:sldMkLst>
        <pc:spChg chg="mod">
          <ac:chgData name="Struzak, Maya" userId="103fad15-7274-438c-80db-a6d76eca5828" providerId="ADAL" clId="{EEE0D9B8-6396-7D4A-96B2-B9D1BFB5E8F7}" dt="2024-03-28T23:25:23.214" v="796" actId="14100"/>
          <ac:spMkLst>
            <pc:docMk/>
            <pc:sldMk cId="650453500" sldId="260"/>
            <ac:spMk id="4" creationId="{AD61E74E-28DB-E654-8382-B719511218ED}"/>
          </ac:spMkLst>
        </pc:spChg>
        <pc:spChg chg="mod">
          <ac:chgData name="Struzak, Maya" userId="103fad15-7274-438c-80db-a6d76eca5828" providerId="ADAL" clId="{EEE0D9B8-6396-7D4A-96B2-B9D1BFB5E8F7}" dt="2024-03-28T23:26:12.978" v="808" actId="1076"/>
          <ac:spMkLst>
            <pc:docMk/>
            <pc:sldMk cId="650453500" sldId="260"/>
            <ac:spMk id="5" creationId="{00000000-0000-0000-0000-000000000000}"/>
          </ac:spMkLst>
        </pc:spChg>
        <pc:spChg chg="add del mod">
          <ac:chgData name="Struzak, Maya" userId="103fad15-7274-438c-80db-a6d76eca5828" providerId="ADAL" clId="{EEE0D9B8-6396-7D4A-96B2-B9D1BFB5E8F7}" dt="2024-03-28T22:54:48.024" v="4" actId="478"/>
          <ac:spMkLst>
            <pc:docMk/>
            <pc:sldMk cId="650453500" sldId="260"/>
            <ac:spMk id="6" creationId="{00000000-0000-0000-0000-000000000000}"/>
          </ac:spMkLst>
        </pc:spChg>
        <pc:spChg chg="mod">
          <ac:chgData name="Struzak, Maya" userId="103fad15-7274-438c-80db-a6d76eca5828" providerId="ADAL" clId="{EEE0D9B8-6396-7D4A-96B2-B9D1BFB5E8F7}" dt="2024-03-28T23:25:40.932" v="798" actId="1036"/>
          <ac:spMkLst>
            <pc:docMk/>
            <pc:sldMk cId="650453500" sldId="260"/>
            <ac:spMk id="9" creationId="{0E2E0ED1-DAA0-A827-6CB2-F7F29072455A}"/>
          </ac:spMkLst>
        </pc:spChg>
        <pc:spChg chg="add mod">
          <ac:chgData name="Struzak, Maya" userId="103fad15-7274-438c-80db-a6d76eca5828" providerId="ADAL" clId="{EEE0D9B8-6396-7D4A-96B2-B9D1BFB5E8F7}" dt="2024-03-28T23:08:28.448" v="518" actId="1036"/>
          <ac:spMkLst>
            <pc:docMk/>
            <pc:sldMk cId="650453500" sldId="260"/>
            <ac:spMk id="12" creationId="{6E41C649-FD35-1D57-2680-6307FCF42638}"/>
          </ac:spMkLst>
        </pc:spChg>
        <pc:spChg chg="add mod">
          <ac:chgData name="Struzak, Maya" userId="103fad15-7274-438c-80db-a6d76eca5828" providerId="ADAL" clId="{EEE0D9B8-6396-7D4A-96B2-B9D1BFB5E8F7}" dt="2024-03-28T23:33:17.761" v="966" actId="1035"/>
          <ac:spMkLst>
            <pc:docMk/>
            <pc:sldMk cId="650453500" sldId="260"/>
            <ac:spMk id="14" creationId="{4F1D19A1-4E1F-C322-C7EA-27E1265A363D}"/>
          </ac:spMkLst>
        </pc:spChg>
        <pc:spChg chg="add mod">
          <ac:chgData name="Struzak, Maya" userId="103fad15-7274-438c-80db-a6d76eca5828" providerId="ADAL" clId="{EEE0D9B8-6396-7D4A-96B2-B9D1BFB5E8F7}" dt="2024-03-28T23:08:28.448" v="518" actId="1036"/>
          <ac:spMkLst>
            <pc:docMk/>
            <pc:sldMk cId="650453500" sldId="260"/>
            <ac:spMk id="15" creationId="{B351DDD5-5D38-711D-E157-04C1A09DF62E}"/>
          </ac:spMkLst>
        </pc:spChg>
        <pc:spChg chg="mod">
          <ac:chgData name="Struzak, Maya" userId="103fad15-7274-438c-80db-a6d76eca5828" providerId="ADAL" clId="{EEE0D9B8-6396-7D4A-96B2-B9D1BFB5E8F7}" dt="2024-03-28T23:31:38.110" v="919" actId="1076"/>
          <ac:spMkLst>
            <pc:docMk/>
            <pc:sldMk cId="650453500" sldId="260"/>
            <ac:spMk id="16" creationId="{AB766C07-2062-670F-6179-83B0C6EFACB0}"/>
          </ac:spMkLst>
        </pc:spChg>
        <pc:spChg chg="mod">
          <ac:chgData name="Struzak, Maya" userId="103fad15-7274-438c-80db-a6d76eca5828" providerId="ADAL" clId="{EEE0D9B8-6396-7D4A-96B2-B9D1BFB5E8F7}" dt="2024-03-28T23:28:54.127" v="838" actId="1076"/>
          <ac:spMkLst>
            <pc:docMk/>
            <pc:sldMk cId="650453500" sldId="260"/>
            <ac:spMk id="17" creationId="{EF0F0500-0E34-C4ED-F334-DFD903EAD8E5}"/>
          </ac:spMkLst>
        </pc:spChg>
        <pc:spChg chg="add mod">
          <ac:chgData name="Struzak, Maya" userId="103fad15-7274-438c-80db-a6d76eca5828" providerId="ADAL" clId="{EEE0D9B8-6396-7D4A-96B2-B9D1BFB5E8F7}" dt="2024-03-28T23:33:17.761" v="966" actId="1035"/>
          <ac:spMkLst>
            <pc:docMk/>
            <pc:sldMk cId="650453500" sldId="260"/>
            <ac:spMk id="19" creationId="{14FEB14E-1711-478D-B740-BFFC6CF156A7}"/>
          </ac:spMkLst>
        </pc:spChg>
        <pc:spChg chg="add mod">
          <ac:chgData name="Struzak, Maya" userId="103fad15-7274-438c-80db-a6d76eca5828" providerId="ADAL" clId="{EEE0D9B8-6396-7D4A-96B2-B9D1BFB5E8F7}" dt="2024-03-28T23:27:10.121" v="818" actId="1076"/>
          <ac:spMkLst>
            <pc:docMk/>
            <pc:sldMk cId="650453500" sldId="260"/>
            <ac:spMk id="24" creationId="{24BA34B0-8712-D467-9612-93539173FC8B}"/>
          </ac:spMkLst>
        </pc:spChg>
        <pc:spChg chg="mod">
          <ac:chgData name="Struzak, Maya" userId="103fad15-7274-438c-80db-a6d76eca5828" providerId="ADAL" clId="{EEE0D9B8-6396-7D4A-96B2-B9D1BFB5E8F7}" dt="2024-03-28T23:19:29.881" v="729" actId="1076"/>
          <ac:spMkLst>
            <pc:docMk/>
            <pc:sldMk cId="650453500" sldId="260"/>
            <ac:spMk id="28" creationId="{37D880C7-CB6E-7F34-B578-9A350A90A5EA}"/>
          </ac:spMkLst>
        </pc:spChg>
        <pc:spChg chg="del mod topLvl">
          <ac:chgData name="Struzak, Maya" userId="103fad15-7274-438c-80db-a6d76eca5828" providerId="ADAL" clId="{EEE0D9B8-6396-7D4A-96B2-B9D1BFB5E8F7}" dt="2024-03-28T23:15:41.590" v="565" actId="478"/>
          <ac:spMkLst>
            <pc:docMk/>
            <pc:sldMk cId="650453500" sldId="260"/>
            <ac:spMk id="30" creationId="{D48E3EDD-BEDF-DF71-3502-B3D6368C6A48}"/>
          </ac:spMkLst>
        </pc:spChg>
        <pc:spChg chg="mod topLvl">
          <ac:chgData name="Struzak, Maya" userId="103fad15-7274-438c-80db-a6d76eca5828" providerId="ADAL" clId="{EEE0D9B8-6396-7D4A-96B2-B9D1BFB5E8F7}" dt="2024-03-28T23:33:11.041" v="959" actId="1036"/>
          <ac:spMkLst>
            <pc:docMk/>
            <pc:sldMk cId="650453500" sldId="260"/>
            <ac:spMk id="31" creationId="{405F418A-7963-5CAE-1488-B9AB8E6895E3}"/>
          </ac:spMkLst>
        </pc:spChg>
        <pc:spChg chg="add mod">
          <ac:chgData name="Struzak, Maya" userId="103fad15-7274-438c-80db-a6d76eca5828" providerId="ADAL" clId="{EEE0D9B8-6396-7D4A-96B2-B9D1BFB5E8F7}" dt="2024-03-28T23:21:18.973" v="744" actId="1076"/>
          <ac:spMkLst>
            <pc:docMk/>
            <pc:sldMk cId="650453500" sldId="260"/>
            <ac:spMk id="37" creationId="{CCB210B3-0A8C-EC10-594D-6B6E197C910D}"/>
          </ac:spMkLst>
        </pc:spChg>
        <pc:spChg chg="add mod">
          <ac:chgData name="Struzak, Maya" userId="103fad15-7274-438c-80db-a6d76eca5828" providerId="ADAL" clId="{EEE0D9B8-6396-7D4A-96B2-B9D1BFB5E8F7}" dt="2024-03-28T23:33:57.424" v="996" actId="1036"/>
          <ac:spMkLst>
            <pc:docMk/>
            <pc:sldMk cId="650453500" sldId="260"/>
            <ac:spMk id="38" creationId="{566A4170-CE83-9823-A049-07D2EA7CB11C}"/>
          </ac:spMkLst>
        </pc:spChg>
        <pc:spChg chg="add mod">
          <ac:chgData name="Struzak, Maya" userId="103fad15-7274-438c-80db-a6d76eca5828" providerId="ADAL" clId="{EEE0D9B8-6396-7D4A-96B2-B9D1BFB5E8F7}" dt="2024-03-28T23:33:57.424" v="996" actId="1036"/>
          <ac:spMkLst>
            <pc:docMk/>
            <pc:sldMk cId="650453500" sldId="260"/>
            <ac:spMk id="39" creationId="{870C041B-F17A-25EB-09DF-07F6363119E9}"/>
          </ac:spMkLst>
        </pc:spChg>
        <pc:grpChg chg="mod">
          <ac:chgData name="Struzak, Maya" userId="103fad15-7274-438c-80db-a6d76eca5828" providerId="ADAL" clId="{EEE0D9B8-6396-7D4A-96B2-B9D1BFB5E8F7}" dt="2024-03-28T23:33:17.761" v="966" actId="1035"/>
          <ac:grpSpMkLst>
            <pc:docMk/>
            <pc:sldMk cId="650453500" sldId="260"/>
            <ac:grpSpMk id="2" creationId="{AF0095C0-FA4B-49C5-5840-16664F748D93}"/>
          </ac:grpSpMkLst>
        </pc:grpChg>
        <pc:grpChg chg="del mod">
          <ac:chgData name="Struzak, Maya" userId="103fad15-7274-438c-80db-a6d76eca5828" providerId="ADAL" clId="{EEE0D9B8-6396-7D4A-96B2-B9D1BFB5E8F7}" dt="2024-03-28T23:15:05.285" v="556" actId="478"/>
          <ac:grpSpMkLst>
            <pc:docMk/>
            <pc:sldMk cId="650453500" sldId="260"/>
            <ac:grpSpMk id="22" creationId="{4E1394AE-9D43-CD68-56BC-51DB53C58C51}"/>
          </ac:grpSpMkLst>
        </pc:grpChg>
        <pc:grpChg chg="add del mod">
          <ac:chgData name="Struzak, Maya" userId="103fad15-7274-438c-80db-a6d76eca5828" providerId="ADAL" clId="{EEE0D9B8-6396-7D4A-96B2-B9D1BFB5E8F7}" dt="2024-03-28T23:15:41.590" v="565" actId="478"/>
          <ac:grpSpMkLst>
            <pc:docMk/>
            <pc:sldMk cId="650453500" sldId="260"/>
            <ac:grpSpMk id="26" creationId="{41A6EC89-5750-6CA9-8AB6-605CC09B092C}"/>
          </ac:grpSpMkLst>
        </pc:grpChg>
        <pc:grpChg chg="mod">
          <ac:chgData name="Struzak, Maya" userId="103fad15-7274-438c-80db-a6d76eca5828" providerId="ADAL" clId="{EEE0D9B8-6396-7D4A-96B2-B9D1BFB5E8F7}" dt="2024-03-28T23:33:57.424" v="996" actId="1036"/>
          <ac:grpSpMkLst>
            <pc:docMk/>
            <pc:sldMk cId="650453500" sldId="260"/>
            <ac:grpSpMk id="34" creationId="{E09D23F1-BA97-88A6-2DB6-7A8FE3639414}"/>
          </ac:grpSpMkLst>
        </pc:grpChg>
        <pc:grpChg chg="mod">
          <ac:chgData name="Struzak, Maya" userId="103fad15-7274-438c-80db-a6d76eca5828" providerId="ADAL" clId="{EEE0D9B8-6396-7D4A-96B2-B9D1BFB5E8F7}" dt="2024-03-28T23:08:28.448" v="518" actId="1036"/>
          <ac:grpSpMkLst>
            <pc:docMk/>
            <pc:sldMk cId="650453500" sldId="260"/>
            <ac:grpSpMk id="56" creationId="{00000000-0000-0000-0000-000000000000}"/>
          </ac:grpSpMkLst>
        </pc:grpChg>
        <pc:picChg chg="mod modCrop">
          <ac:chgData name="Struzak, Maya" userId="103fad15-7274-438c-80db-a6d76eca5828" providerId="ADAL" clId="{EEE0D9B8-6396-7D4A-96B2-B9D1BFB5E8F7}" dt="2024-03-28T23:34:05.126" v="997" actId="1076"/>
          <ac:picMkLst>
            <pc:docMk/>
            <pc:sldMk cId="650453500" sldId="260"/>
            <ac:picMk id="10" creationId="{5CE01F8E-39D0-186D-FF56-4308841D4524}"/>
          </ac:picMkLst>
        </pc:picChg>
        <pc:picChg chg="mod modCrop">
          <ac:chgData name="Struzak, Maya" userId="103fad15-7274-438c-80db-a6d76eca5828" providerId="ADAL" clId="{EEE0D9B8-6396-7D4A-96B2-B9D1BFB5E8F7}" dt="2024-03-28T23:32:57.988" v="939" actId="1036"/>
          <ac:picMkLst>
            <pc:docMk/>
            <pc:sldMk cId="650453500" sldId="260"/>
            <ac:picMk id="11" creationId="{3EFCA1F6-625D-3759-48BF-02505B2B2905}"/>
          </ac:picMkLst>
        </pc:picChg>
        <pc:picChg chg="mod">
          <ac:chgData name="Struzak, Maya" userId="103fad15-7274-438c-80db-a6d76eca5828" providerId="ADAL" clId="{EEE0D9B8-6396-7D4A-96B2-B9D1BFB5E8F7}" dt="2024-03-28T23:17:16.195" v="628" actId="1076"/>
          <ac:picMkLst>
            <pc:docMk/>
            <pc:sldMk cId="650453500" sldId="260"/>
            <ac:picMk id="18" creationId="{CABD087E-C049-2C18-A534-2DD9E21C03DC}"/>
          </ac:picMkLst>
        </pc:picChg>
        <pc:picChg chg="mod">
          <ac:chgData name="Struzak, Maya" userId="103fad15-7274-438c-80db-a6d76eca5828" providerId="ADAL" clId="{EEE0D9B8-6396-7D4A-96B2-B9D1BFB5E8F7}" dt="2024-03-28T23:33:33.871" v="968" actId="1076"/>
          <ac:picMkLst>
            <pc:docMk/>
            <pc:sldMk cId="650453500" sldId="260"/>
            <ac:picMk id="21" creationId="{41874E79-0108-600A-9A10-753D6077A46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9218613" cy="16160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2049125" y="0"/>
            <a:ext cx="9218613" cy="1616075"/>
          </a:xfrm>
          <a:prstGeom prst="rect">
            <a:avLst/>
          </a:prstGeom>
        </p:spPr>
        <p:txBody>
          <a:bodyPr vert="horz" lIns="91440" tIns="45720" rIns="91440" bIns="45720" rtlCol="0"/>
          <a:lstStyle>
            <a:lvl1pPr algn="r">
              <a:defRPr sz="1200"/>
            </a:lvl1pPr>
          </a:lstStyle>
          <a:p>
            <a:fld id="{8B030B9F-6239-1241-B22D-AB078963E37D}" type="datetimeFigureOut">
              <a:rPr lang="en-US" smtClean="0"/>
              <a:t>3/29/2024</a:t>
            </a:fld>
            <a:endParaRPr lang="en-US"/>
          </a:p>
        </p:txBody>
      </p:sp>
      <p:sp>
        <p:nvSpPr>
          <p:cNvPr id="4" name="Slide Image Placeholder 3"/>
          <p:cNvSpPr>
            <a:spLocks noGrp="1" noRot="1" noChangeAspect="1"/>
          </p:cNvSpPr>
          <p:nvPr>
            <p:ph type="sldImg" idx="2"/>
          </p:nvPr>
        </p:nvSpPr>
        <p:spPr>
          <a:xfrm>
            <a:off x="3381375" y="4030663"/>
            <a:ext cx="14509750" cy="108823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127250" y="15517813"/>
            <a:ext cx="17018000" cy="126968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0629225"/>
            <a:ext cx="9218613" cy="16160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2049125" y="30629225"/>
            <a:ext cx="9218613" cy="1616075"/>
          </a:xfrm>
          <a:prstGeom prst="rect">
            <a:avLst/>
          </a:prstGeom>
        </p:spPr>
        <p:txBody>
          <a:bodyPr vert="horz" lIns="91440" tIns="45720" rIns="91440" bIns="45720" rtlCol="0" anchor="b"/>
          <a:lstStyle>
            <a:lvl1pPr algn="r">
              <a:defRPr sz="1200"/>
            </a:lvl1pPr>
          </a:lstStyle>
          <a:p>
            <a:fld id="{E4B23B36-D753-194F-9273-304678C89635}" type="slidenum">
              <a:rPr lang="en-US" smtClean="0"/>
              <a:t>‹#›</a:t>
            </a:fld>
            <a:endParaRPr lang="en-US"/>
          </a:p>
        </p:txBody>
      </p:sp>
    </p:spTree>
    <p:extLst>
      <p:ext uri="{BB962C8B-B14F-4D97-AF65-F5344CB8AC3E}">
        <p14:creationId xmlns:p14="http://schemas.microsoft.com/office/powerpoint/2010/main" val="258939180"/>
      </p:ext>
    </p:extLst>
  </p:cSld>
  <p:clrMap bg1="lt1" tx1="dk1" bg2="lt2" tx2="dk2" accent1="accent1" accent2="accent2" accent3="accent3" accent4="accent4" accent5="accent5" accent6="accent6" hlink="hlink" folHlink="folHlink"/>
  <p:notesStyle>
    <a:lvl1pPr marL="0" algn="l" defTabSz="1280160" rtl="0" eaLnBrk="1" latinLnBrk="0" hangingPunct="1">
      <a:defRPr sz="1680" kern="1200">
        <a:solidFill>
          <a:schemeClr val="tx1"/>
        </a:solidFill>
        <a:latin typeface="+mn-lt"/>
        <a:ea typeface="+mn-ea"/>
        <a:cs typeface="+mn-cs"/>
      </a:defRPr>
    </a:lvl1pPr>
    <a:lvl2pPr marL="640080" algn="l" defTabSz="1280160" rtl="0" eaLnBrk="1" latinLnBrk="0" hangingPunct="1">
      <a:defRPr sz="1680" kern="1200">
        <a:solidFill>
          <a:schemeClr val="tx1"/>
        </a:solidFill>
        <a:latin typeface="+mn-lt"/>
        <a:ea typeface="+mn-ea"/>
        <a:cs typeface="+mn-cs"/>
      </a:defRPr>
    </a:lvl2pPr>
    <a:lvl3pPr marL="1280160" algn="l" defTabSz="1280160" rtl="0" eaLnBrk="1" latinLnBrk="0" hangingPunct="1">
      <a:defRPr sz="1680" kern="1200">
        <a:solidFill>
          <a:schemeClr val="tx1"/>
        </a:solidFill>
        <a:latin typeface="+mn-lt"/>
        <a:ea typeface="+mn-ea"/>
        <a:cs typeface="+mn-cs"/>
      </a:defRPr>
    </a:lvl3pPr>
    <a:lvl4pPr marL="1920240" algn="l" defTabSz="1280160" rtl="0" eaLnBrk="1" latinLnBrk="0" hangingPunct="1">
      <a:defRPr sz="1680" kern="1200">
        <a:solidFill>
          <a:schemeClr val="tx1"/>
        </a:solidFill>
        <a:latin typeface="+mn-lt"/>
        <a:ea typeface="+mn-ea"/>
        <a:cs typeface="+mn-cs"/>
      </a:defRPr>
    </a:lvl4pPr>
    <a:lvl5pPr marL="2560320" algn="l" defTabSz="1280160" rtl="0" eaLnBrk="1" latinLnBrk="0" hangingPunct="1">
      <a:defRPr sz="1680" kern="1200">
        <a:solidFill>
          <a:schemeClr val="tx1"/>
        </a:solidFill>
        <a:latin typeface="+mn-lt"/>
        <a:ea typeface="+mn-ea"/>
        <a:cs typeface="+mn-cs"/>
      </a:defRPr>
    </a:lvl5pPr>
    <a:lvl6pPr marL="3200400" algn="l" defTabSz="1280160" rtl="0" eaLnBrk="1" latinLnBrk="0" hangingPunct="1">
      <a:defRPr sz="1680" kern="1200">
        <a:solidFill>
          <a:schemeClr val="tx1"/>
        </a:solidFill>
        <a:latin typeface="+mn-lt"/>
        <a:ea typeface="+mn-ea"/>
        <a:cs typeface="+mn-cs"/>
      </a:defRPr>
    </a:lvl6pPr>
    <a:lvl7pPr marL="3840480" algn="l" defTabSz="1280160" rtl="0" eaLnBrk="1" latinLnBrk="0" hangingPunct="1">
      <a:defRPr sz="1680" kern="1200">
        <a:solidFill>
          <a:schemeClr val="tx1"/>
        </a:solidFill>
        <a:latin typeface="+mn-lt"/>
        <a:ea typeface="+mn-ea"/>
        <a:cs typeface="+mn-cs"/>
      </a:defRPr>
    </a:lvl7pPr>
    <a:lvl8pPr marL="4480560" algn="l" defTabSz="1280160" rtl="0" eaLnBrk="1" latinLnBrk="0" hangingPunct="1">
      <a:defRPr sz="1680" kern="1200">
        <a:solidFill>
          <a:schemeClr val="tx1"/>
        </a:solidFill>
        <a:latin typeface="+mn-lt"/>
        <a:ea typeface="+mn-ea"/>
        <a:cs typeface="+mn-cs"/>
      </a:defRPr>
    </a:lvl8pPr>
    <a:lvl9pPr marL="5120640" algn="l" defTabSz="1280160" rtl="0" eaLnBrk="1" latinLnBrk="0" hangingPunct="1">
      <a:defRPr sz="16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81375" y="4030663"/>
            <a:ext cx="14509750" cy="108823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4B23B36-D753-194F-9273-304678C89635}" type="slidenum">
              <a:rPr lang="en-US" smtClean="0"/>
              <a:t>1</a:t>
            </a:fld>
            <a:endParaRPr lang="en-US"/>
          </a:p>
        </p:txBody>
      </p:sp>
    </p:spTree>
    <p:extLst>
      <p:ext uri="{BB962C8B-B14F-4D97-AF65-F5344CB8AC3E}">
        <p14:creationId xmlns:p14="http://schemas.microsoft.com/office/powerpoint/2010/main" val="1188929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141943" y="17711616"/>
            <a:ext cx="19385280" cy="4480560"/>
          </a:xfrm>
        </p:spPr>
        <p:txBody>
          <a:bodyPr>
            <a:normAutofit/>
          </a:bodyPr>
          <a:lstStyle>
            <a:lvl1pPr>
              <a:defRPr sz="12800"/>
            </a:lvl1pPr>
          </a:lstStyle>
          <a:p>
            <a:r>
              <a:rPr lang="en-US"/>
              <a:t>Click to edit Master title style</a:t>
            </a:r>
            <a:endParaRPr/>
          </a:p>
        </p:txBody>
      </p:sp>
      <p:sp>
        <p:nvSpPr>
          <p:cNvPr id="3" name="Subtitle 2"/>
          <p:cNvSpPr>
            <a:spLocks noGrp="1"/>
          </p:cNvSpPr>
          <p:nvPr>
            <p:ph type="subTitle" idx="1"/>
          </p:nvPr>
        </p:nvSpPr>
        <p:spPr>
          <a:xfrm>
            <a:off x="23042880" y="26700479"/>
            <a:ext cx="19385280" cy="3593054"/>
          </a:xfrm>
        </p:spPr>
        <p:txBody>
          <a:bodyPr>
            <a:normAutofit/>
          </a:bodyPr>
          <a:lstStyle>
            <a:lvl1pPr marL="0" indent="0" algn="l">
              <a:spcBef>
                <a:spcPts val="1371"/>
              </a:spcBef>
              <a:buNone/>
              <a:defRPr sz="6400">
                <a:solidFill>
                  <a:schemeClr val="tx1">
                    <a:tint val="75000"/>
                  </a:schemeClr>
                </a:solidFill>
              </a:defRPr>
            </a:lvl1pPr>
            <a:lvl2pPr marL="2089754" indent="0" algn="ctr">
              <a:buNone/>
              <a:defRPr>
                <a:solidFill>
                  <a:schemeClr val="tx1">
                    <a:tint val="75000"/>
                  </a:schemeClr>
                </a:solidFill>
              </a:defRPr>
            </a:lvl2pPr>
            <a:lvl3pPr marL="4179509" indent="0" algn="ctr">
              <a:buNone/>
              <a:defRPr>
                <a:solidFill>
                  <a:schemeClr val="tx1">
                    <a:tint val="75000"/>
                  </a:schemeClr>
                </a:solidFill>
              </a:defRPr>
            </a:lvl3pPr>
            <a:lvl4pPr marL="6269262" indent="0" algn="ctr">
              <a:buNone/>
              <a:defRPr>
                <a:solidFill>
                  <a:schemeClr val="tx1">
                    <a:tint val="75000"/>
                  </a:schemeClr>
                </a:solidFill>
              </a:defRPr>
            </a:lvl4pPr>
            <a:lvl5pPr marL="8359016" indent="0" algn="ctr">
              <a:buNone/>
              <a:defRPr>
                <a:solidFill>
                  <a:schemeClr val="tx1">
                    <a:tint val="75000"/>
                  </a:schemeClr>
                </a:solidFill>
              </a:defRPr>
            </a:lvl5pPr>
            <a:lvl6pPr marL="10448771" indent="0" algn="ctr">
              <a:buNone/>
              <a:defRPr>
                <a:solidFill>
                  <a:schemeClr val="tx1">
                    <a:tint val="75000"/>
                  </a:schemeClr>
                </a:solidFill>
              </a:defRPr>
            </a:lvl6pPr>
            <a:lvl7pPr marL="12538525" indent="0" algn="ctr">
              <a:buNone/>
              <a:defRPr>
                <a:solidFill>
                  <a:schemeClr val="tx1">
                    <a:tint val="75000"/>
                  </a:schemeClr>
                </a:solidFill>
              </a:defRPr>
            </a:lvl7pPr>
            <a:lvl8pPr marL="14628278" indent="0" algn="ctr">
              <a:buNone/>
              <a:defRPr>
                <a:solidFill>
                  <a:schemeClr val="tx1">
                    <a:tint val="75000"/>
                  </a:schemeClr>
                </a:solidFill>
              </a:defRPr>
            </a:lvl8pPr>
            <a:lvl9pPr marL="16718033"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23042885" y="30843074"/>
            <a:ext cx="5916705" cy="1752600"/>
          </a:xfrm>
        </p:spPr>
        <p:txBody>
          <a:bodyPr/>
          <a:lstStyle>
            <a:lvl1pPr algn="l">
              <a:defRPr/>
            </a:lvl1pPr>
          </a:lstStyle>
          <a:p>
            <a:fld id="{D728701E-CAF4-4159-9B3E-41C86DFFA30D}" type="datetimeFigureOut">
              <a:rPr lang="en-US" smtClean="0"/>
              <a:t>3/29/2024</a:t>
            </a:fld>
            <a:endParaRPr lang="en-US"/>
          </a:p>
        </p:txBody>
      </p:sp>
      <p:sp>
        <p:nvSpPr>
          <p:cNvPr id="5" name="Footer Placeholder 4"/>
          <p:cNvSpPr>
            <a:spLocks noGrp="1"/>
          </p:cNvSpPr>
          <p:nvPr>
            <p:ph type="ftr" sz="quarter" idx="11"/>
          </p:nvPr>
        </p:nvSpPr>
        <p:spPr>
          <a:xfrm>
            <a:off x="30293536" y="30843074"/>
            <a:ext cx="12564931" cy="1752600"/>
          </a:xfrm>
        </p:spPr>
        <p:txBody>
          <a:bodyPr/>
          <a:lstStyle>
            <a:lvl1pPr algn="r">
              <a:defRPr/>
            </a:lvl1pPr>
          </a:lstStyle>
          <a:p>
            <a:endParaRPr lang="en-US"/>
          </a:p>
        </p:txBody>
      </p:sp>
      <p:sp>
        <p:nvSpPr>
          <p:cNvPr id="7" name="Rectangle 6"/>
          <p:cNvSpPr/>
          <p:nvPr/>
        </p:nvSpPr>
        <p:spPr>
          <a:xfrm>
            <a:off x="1356360" y="1097281"/>
            <a:ext cx="20330160" cy="201021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8" name="Rectangle 7"/>
          <p:cNvSpPr/>
          <p:nvPr/>
        </p:nvSpPr>
        <p:spPr>
          <a:xfrm>
            <a:off x="32651703" y="4752155"/>
            <a:ext cx="9875520" cy="97877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2" name="Rectangle 11"/>
          <p:cNvSpPr/>
          <p:nvPr/>
        </p:nvSpPr>
        <p:spPr>
          <a:xfrm>
            <a:off x="22255521" y="1097281"/>
            <a:ext cx="9875520" cy="97877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D728701E-CAF4-4159-9B3E-41C86DFFA30D}" type="datetimeFigureOut">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2F1D00-BD13-4404-86B0-79703945A0A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39200865" y="1356356"/>
            <a:ext cx="3291840" cy="768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2" name="Title 1"/>
          <p:cNvSpPr>
            <a:spLocks noGrp="1"/>
          </p:cNvSpPr>
          <p:nvPr>
            <p:ph type="title"/>
          </p:nvPr>
        </p:nvSpPr>
        <p:spPr>
          <a:xfrm>
            <a:off x="2392679" y="645461"/>
            <a:ext cx="36270303" cy="4776395"/>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D728701E-CAF4-4159-9B3E-41C86DFFA30D}" type="datetimeFigureOut">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2F1D00-BD13-4404-86B0-79703945A0A7}" type="slidenum">
              <a:rPr lang="en-US" smtClean="0"/>
              <a:t>‹#›</a:t>
            </a:fld>
            <a:endParaRPr lang="en-US"/>
          </a:p>
        </p:txBody>
      </p:sp>
      <p:sp>
        <p:nvSpPr>
          <p:cNvPr id="9" name="TextBox 8"/>
          <p:cNvSpPr txBox="1"/>
          <p:nvPr/>
        </p:nvSpPr>
        <p:spPr>
          <a:xfrm>
            <a:off x="1071292" y="1097282"/>
            <a:ext cx="1252363" cy="2544223"/>
          </a:xfrm>
          <a:prstGeom prst="rect">
            <a:avLst/>
          </a:prstGeom>
          <a:noFill/>
        </p:spPr>
        <p:txBody>
          <a:bodyPr wrap="square" lIns="0" tIns="0" rIns="0" bIns="0" rtlCol="0">
            <a:spAutoFit/>
          </a:bodyPr>
          <a:lstStyle/>
          <a:p>
            <a:r>
              <a:rPr sz="16533" b="1">
                <a:solidFill>
                  <a:schemeClr val="accent1">
                    <a:lumMod val="60000"/>
                    <a:lumOff val="40000"/>
                  </a:schemeClr>
                </a:solidFill>
              </a:rPr>
              <a:t>+</a:t>
            </a:r>
          </a:p>
        </p:txBody>
      </p:sp>
      <p:sp>
        <p:nvSpPr>
          <p:cNvPr id="10" name="Text Placeholder 3"/>
          <p:cNvSpPr>
            <a:spLocks noGrp="1"/>
          </p:cNvSpPr>
          <p:nvPr>
            <p:ph type="body" sz="half" idx="2"/>
          </p:nvPr>
        </p:nvSpPr>
        <p:spPr>
          <a:xfrm>
            <a:off x="2392887" y="5421854"/>
            <a:ext cx="36283008" cy="3718560"/>
          </a:xfrm>
        </p:spPr>
        <p:txBody>
          <a:bodyPr vert="horz" lIns="313471" tIns="156735" rIns="313471" bIns="156735" rtlCol="0" anchor="t" anchorCtr="0">
            <a:noAutofit/>
          </a:bodyPr>
          <a:lstStyle>
            <a:lvl1pPr marL="0" indent="0">
              <a:buNone/>
              <a:defRPr kumimoji="0" sz="10933" b="0" i="0" u="none" strike="noStrike" kern="1200" cap="none" spc="0" normalizeH="0" baseline="0">
                <a:ln>
                  <a:noFill/>
                </a:ln>
                <a:solidFill>
                  <a:schemeClr val="accent3"/>
                </a:solidFill>
                <a:effectLst/>
                <a:uLnTx/>
                <a:uFillTx/>
                <a:latin typeface="+mj-lt"/>
                <a:ea typeface="+mj-ea"/>
                <a:cs typeface="+mj-cs"/>
              </a:defRPr>
            </a:lvl1pPr>
            <a:lvl2pPr marL="2089754" indent="0">
              <a:buNone/>
              <a:defRPr sz="5467"/>
            </a:lvl2pPr>
            <a:lvl3pPr marL="4179509" indent="0">
              <a:buNone/>
              <a:defRPr sz="4533"/>
            </a:lvl3pPr>
            <a:lvl4pPr marL="6269262" indent="0">
              <a:buNone/>
              <a:defRPr sz="4133"/>
            </a:lvl4pPr>
            <a:lvl5pPr marL="8359016" indent="0">
              <a:buNone/>
              <a:defRPr sz="4133"/>
            </a:lvl5pPr>
            <a:lvl6pPr marL="10448771" indent="0">
              <a:buNone/>
              <a:defRPr sz="4133"/>
            </a:lvl6pPr>
            <a:lvl7pPr marL="12538525" indent="0">
              <a:buNone/>
              <a:defRPr sz="4133"/>
            </a:lvl7pPr>
            <a:lvl8pPr marL="14628278" indent="0">
              <a:buNone/>
              <a:defRPr sz="4133"/>
            </a:lvl8pPr>
            <a:lvl9pPr marL="16718033" indent="0">
              <a:buNone/>
              <a:defRPr sz="4133"/>
            </a:lvl9pPr>
          </a:lstStyle>
          <a:p>
            <a:pPr marL="0" marR="0" lvl="0" indent="0" algn="l" defTabSz="4179509"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23042880" y="22198406"/>
            <a:ext cx="19385280" cy="4480560"/>
          </a:xfrm>
        </p:spPr>
        <p:txBody>
          <a:bodyPr>
            <a:normAutofit/>
          </a:bodyPr>
          <a:lstStyle>
            <a:lvl1pPr>
              <a:defRPr sz="12800"/>
            </a:lvl1pPr>
          </a:lstStyle>
          <a:p>
            <a:r>
              <a:rPr lang="en-US"/>
              <a:t>Click to edit Master title style</a:t>
            </a:r>
            <a:endParaRPr/>
          </a:p>
        </p:txBody>
      </p:sp>
      <p:sp>
        <p:nvSpPr>
          <p:cNvPr id="3" name="Subtitle 2"/>
          <p:cNvSpPr>
            <a:spLocks noGrp="1"/>
          </p:cNvSpPr>
          <p:nvPr>
            <p:ph type="subTitle" idx="1"/>
          </p:nvPr>
        </p:nvSpPr>
        <p:spPr>
          <a:xfrm>
            <a:off x="23042880" y="26700479"/>
            <a:ext cx="19385280" cy="3593054"/>
          </a:xfrm>
        </p:spPr>
        <p:txBody>
          <a:bodyPr>
            <a:normAutofit/>
          </a:bodyPr>
          <a:lstStyle>
            <a:lvl1pPr marL="0" indent="0" algn="l">
              <a:spcBef>
                <a:spcPts val="1371"/>
              </a:spcBef>
              <a:buNone/>
              <a:defRPr sz="6400">
                <a:solidFill>
                  <a:schemeClr val="tx1">
                    <a:tint val="75000"/>
                  </a:schemeClr>
                </a:solidFill>
              </a:defRPr>
            </a:lvl1pPr>
            <a:lvl2pPr marL="2089754" indent="0" algn="ctr">
              <a:buNone/>
              <a:defRPr>
                <a:solidFill>
                  <a:schemeClr val="tx1">
                    <a:tint val="75000"/>
                  </a:schemeClr>
                </a:solidFill>
              </a:defRPr>
            </a:lvl2pPr>
            <a:lvl3pPr marL="4179509" indent="0" algn="ctr">
              <a:buNone/>
              <a:defRPr>
                <a:solidFill>
                  <a:schemeClr val="tx1">
                    <a:tint val="75000"/>
                  </a:schemeClr>
                </a:solidFill>
              </a:defRPr>
            </a:lvl3pPr>
            <a:lvl4pPr marL="6269262" indent="0" algn="ctr">
              <a:buNone/>
              <a:defRPr>
                <a:solidFill>
                  <a:schemeClr val="tx1">
                    <a:tint val="75000"/>
                  </a:schemeClr>
                </a:solidFill>
              </a:defRPr>
            </a:lvl4pPr>
            <a:lvl5pPr marL="8359016" indent="0" algn="ctr">
              <a:buNone/>
              <a:defRPr>
                <a:solidFill>
                  <a:schemeClr val="tx1">
                    <a:tint val="75000"/>
                  </a:schemeClr>
                </a:solidFill>
              </a:defRPr>
            </a:lvl5pPr>
            <a:lvl6pPr marL="10448771" indent="0" algn="ctr">
              <a:buNone/>
              <a:defRPr>
                <a:solidFill>
                  <a:schemeClr val="tx1">
                    <a:tint val="75000"/>
                  </a:schemeClr>
                </a:solidFill>
              </a:defRPr>
            </a:lvl6pPr>
            <a:lvl7pPr marL="12538525" indent="0" algn="ctr">
              <a:buNone/>
              <a:defRPr>
                <a:solidFill>
                  <a:schemeClr val="tx1">
                    <a:tint val="75000"/>
                  </a:schemeClr>
                </a:solidFill>
              </a:defRPr>
            </a:lvl7pPr>
            <a:lvl8pPr marL="14628278" indent="0" algn="ctr">
              <a:buNone/>
              <a:defRPr>
                <a:solidFill>
                  <a:schemeClr val="tx1">
                    <a:tint val="75000"/>
                  </a:schemeClr>
                </a:solidFill>
              </a:defRPr>
            </a:lvl8pPr>
            <a:lvl9pPr marL="16718033"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23042885" y="30843074"/>
            <a:ext cx="5916705" cy="1752600"/>
          </a:xfrm>
        </p:spPr>
        <p:txBody>
          <a:bodyPr/>
          <a:lstStyle>
            <a:lvl1pPr algn="l">
              <a:defRPr/>
            </a:lvl1pPr>
          </a:lstStyle>
          <a:p>
            <a:fld id="{D728701E-CAF4-4159-9B3E-41C86DFFA30D}" type="datetimeFigureOut">
              <a:rPr lang="en-US" smtClean="0"/>
              <a:t>3/29/2024</a:t>
            </a:fld>
            <a:endParaRPr lang="en-US"/>
          </a:p>
        </p:txBody>
      </p:sp>
      <p:sp>
        <p:nvSpPr>
          <p:cNvPr id="5" name="Footer Placeholder 4"/>
          <p:cNvSpPr>
            <a:spLocks noGrp="1"/>
          </p:cNvSpPr>
          <p:nvPr>
            <p:ph type="ftr" sz="quarter" idx="11"/>
          </p:nvPr>
        </p:nvSpPr>
        <p:spPr>
          <a:xfrm>
            <a:off x="30293536" y="30843074"/>
            <a:ext cx="12564931" cy="1752600"/>
          </a:xfrm>
        </p:spPr>
        <p:txBody>
          <a:bodyPr/>
          <a:lstStyle>
            <a:lvl1pPr algn="r">
              <a:defRPr/>
            </a:lvl1pPr>
          </a:lstStyle>
          <a:p>
            <a:endParaRPr lang="en-US"/>
          </a:p>
        </p:txBody>
      </p:sp>
      <p:sp>
        <p:nvSpPr>
          <p:cNvPr id="7" name="Rectangle 6"/>
          <p:cNvSpPr/>
          <p:nvPr/>
        </p:nvSpPr>
        <p:spPr>
          <a:xfrm>
            <a:off x="1356360" y="1097281"/>
            <a:ext cx="20330160" cy="201021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8" name="Rectangle 7"/>
          <p:cNvSpPr/>
          <p:nvPr/>
        </p:nvSpPr>
        <p:spPr>
          <a:xfrm>
            <a:off x="32651703" y="1097281"/>
            <a:ext cx="9875520" cy="97877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0" name="Rectangle 9"/>
          <p:cNvSpPr/>
          <p:nvPr/>
        </p:nvSpPr>
        <p:spPr>
          <a:xfrm>
            <a:off x="22197063" y="11411713"/>
            <a:ext cx="9875520" cy="978773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3" name="Picture Placeholder 12"/>
          <p:cNvSpPr>
            <a:spLocks noGrp="1"/>
          </p:cNvSpPr>
          <p:nvPr>
            <p:ph type="pic" sz="quarter" idx="12"/>
          </p:nvPr>
        </p:nvSpPr>
        <p:spPr>
          <a:xfrm>
            <a:off x="22197063" y="1097281"/>
            <a:ext cx="9875520" cy="9787739"/>
          </a:xfrm>
        </p:spPr>
        <p:txBody>
          <a:bodyPr/>
          <a:lstStyle>
            <a:lvl1pPr>
              <a:buNone/>
              <a:defRPr/>
            </a:lvl1pPr>
          </a:lstStyle>
          <a:p>
            <a:r>
              <a:rPr lang="en-US"/>
              <a:t>Drag picture to placeholder or click icon to add</a:t>
            </a:r>
            <a:endParaRPr/>
          </a:p>
        </p:txBody>
      </p:sp>
      <p:sp>
        <p:nvSpPr>
          <p:cNvPr id="14" name="Picture Placeholder 12"/>
          <p:cNvSpPr>
            <a:spLocks noGrp="1"/>
          </p:cNvSpPr>
          <p:nvPr>
            <p:ph type="pic" sz="quarter" idx="13"/>
          </p:nvPr>
        </p:nvSpPr>
        <p:spPr>
          <a:xfrm>
            <a:off x="32651703" y="11411713"/>
            <a:ext cx="9875520" cy="9787739"/>
          </a:xfrm>
        </p:spPr>
        <p:txBody>
          <a:bodyPr/>
          <a:lstStyle>
            <a:lvl1pPr>
              <a:buNone/>
              <a:defRPr/>
            </a:lvl1pPr>
          </a:lstStyle>
          <a:p>
            <a:r>
              <a:rPr lang="en-US"/>
              <a:t>Drag picture to placeholder or click icon to add</a:t>
            </a:r>
            <a:endParaRPr/>
          </a:p>
        </p:txBody>
      </p:sp>
      <p:sp>
        <p:nvSpPr>
          <p:cNvPr id="16" name="Text Placeholder 3"/>
          <p:cNvSpPr>
            <a:spLocks noGrp="1"/>
          </p:cNvSpPr>
          <p:nvPr>
            <p:ph type="body" sz="half" idx="2"/>
          </p:nvPr>
        </p:nvSpPr>
        <p:spPr>
          <a:xfrm>
            <a:off x="4114800" y="8541575"/>
            <a:ext cx="14813280" cy="9796344"/>
          </a:xfrm>
        </p:spPr>
        <p:txBody>
          <a:bodyPr lIns="156735" tIns="156735" rIns="156735" anchor="t">
            <a:noAutofit/>
          </a:bodyPr>
          <a:lstStyle>
            <a:lvl1pPr marL="0" indent="0" algn="ctr">
              <a:spcBef>
                <a:spcPts val="2743"/>
              </a:spcBef>
              <a:buNone/>
              <a:defRPr sz="21066">
                <a:solidFill>
                  <a:schemeClr val="bg1"/>
                </a:solidFill>
              </a:defRPr>
            </a:lvl1pPr>
            <a:lvl2pPr>
              <a:defRPr sz="5467"/>
            </a:lvl2pPr>
            <a:lvl3pPr>
              <a:defRPr sz="4533"/>
            </a:lvl3pPr>
            <a:lvl4pPr>
              <a:defRPr sz="4133"/>
            </a:lvl4pPr>
            <a:lvl5pPr>
              <a:defRPr sz="4133"/>
            </a:lvl5pPr>
          </a:lstStyle>
          <a:p>
            <a:pPr lvl="0" eaLnBrk="1" latinLnBrk="0" hangingPunct="1"/>
            <a:r>
              <a:rPr kumimoji="0" lang="en-US"/>
              <a:t>Click to edit Master text styles</a:t>
            </a:r>
          </a:p>
        </p:txBody>
      </p:sp>
      <p:sp>
        <p:nvSpPr>
          <p:cNvPr id="15" name="TextBox 14"/>
          <p:cNvSpPr txBox="1"/>
          <p:nvPr/>
        </p:nvSpPr>
        <p:spPr>
          <a:xfrm>
            <a:off x="2039481" y="839101"/>
            <a:ext cx="1983883" cy="3795783"/>
          </a:xfrm>
          <a:prstGeom prst="rect">
            <a:avLst/>
          </a:prstGeom>
          <a:noFill/>
        </p:spPr>
        <p:txBody>
          <a:bodyPr wrap="square" lIns="0" tIns="0" rIns="0" bIns="0" rtlCol="0">
            <a:spAutoFit/>
          </a:bodyPr>
          <a:lstStyle/>
          <a:p>
            <a:r>
              <a:rPr sz="24666"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62753" y="1097282"/>
            <a:ext cx="39364464" cy="304571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2" name="Title 1"/>
          <p:cNvSpPr>
            <a:spLocks noGrp="1"/>
          </p:cNvSpPr>
          <p:nvPr>
            <p:ph type="title"/>
          </p:nvPr>
        </p:nvSpPr>
        <p:spPr>
          <a:xfrm>
            <a:off x="10972800" y="14996162"/>
            <a:ext cx="27066240" cy="6537960"/>
          </a:xfrm>
        </p:spPr>
        <p:txBody>
          <a:bodyPr anchor="b" anchorCtr="0">
            <a:normAutofit/>
          </a:bodyPr>
          <a:lstStyle>
            <a:lvl1pPr algn="l">
              <a:defRPr sz="14666"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0972800" y="21579844"/>
            <a:ext cx="27066240" cy="7200899"/>
          </a:xfrm>
        </p:spPr>
        <p:txBody>
          <a:bodyPr anchor="t" anchorCtr="0">
            <a:normAutofit/>
          </a:bodyPr>
          <a:lstStyle>
            <a:lvl1pPr marL="0" indent="0">
              <a:spcBef>
                <a:spcPts val="1371"/>
              </a:spcBef>
              <a:buNone/>
              <a:defRPr sz="6400" cap="none" baseline="0">
                <a:solidFill>
                  <a:schemeClr val="bg1"/>
                </a:solidFill>
              </a:defRPr>
            </a:lvl1pPr>
            <a:lvl2pPr marL="2089754" indent="0">
              <a:buNone/>
              <a:defRPr sz="8133">
                <a:solidFill>
                  <a:schemeClr val="tx1">
                    <a:tint val="75000"/>
                  </a:schemeClr>
                </a:solidFill>
              </a:defRPr>
            </a:lvl2pPr>
            <a:lvl3pPr marL="4179509" indent="0">
              <a:buNone/>
              <a:defRPr sz="7333">
                <a:solidFill>
                  <a:schemeClr val="tx1">
                    <a:tint val="75000"/>
                  </a:schemeClr>
                </a:solidFill>
              </a:defRPr>
            </a:lvl3pPr>
            <a:lvl4pPr marL="6269262" indent="0">
              <a:buNone/>
              <a:defRPr sz="6400">
                <a:solidFill>
                  <a:schemeClr val="tx1">
                    <a:tint val="75000"/>
                  </a:schemeClr>
                </a:solidFill>
              </a:defRPr>
            </a:lvl4pPr>
            <a:lvl5pPr marL="8359016" indent="0">
              <a:buNone/>
              <a:defRPr sz="6400">
                <a:solidFill>
                  <a:schemeClr val="tx1">
                    <a:tint val="75000"/>
                  </a:schemeClr>
                </a:solidFill>
              </a:defRPr>
            </a:lvl5pPr>
            <a:lvl6pPr marL="10448771" indent="0">
              <a:buNone/>
              <a:defRPr sz="6400">
                <a:solidFill>
                  <a:schemeClr val="tx1">
                    <a:tint val="75000"/>
                  </a:schemeClr>
                </a:solidFill>
              </a:defRPr>
            </a:lvl6pPr>
            <a:lvl7pPr marL="12538525" indent="0">
              <a:buNone/>
              <a:defRPr sz="6400">
                <a:solidFill>
                  <a:schemeClr val="tx1">
                    <a:tint val="75000"/>
                  </a:schemeClr>
                </a:solidFill>
              </a:defRPr>
            </a:lvl7pPr>
            <a:lvl8pPr marL="14628278" indent="0">
              <a:buNone/>
              <a:defRPr sz="6400">
                <a:solidFill>
                  <a:schemeClr val="tx1">
                    <a:tint val="75000"/>
                  </a:schemeClr>
                </a:solidFill>
              </a:defRPr>
            </a:lvl8pPr>
            <a:lvl9pPr marL="16718033" indent="0">
              <a:buNone/>
              <a:defRPr sz="6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162749" y="29994119"/>
            <a:ext cx="7078531" cy="1752600"/>
          </a:xfrm>
        </p:spPr>
        <p:txBody>
          <a:bodyPr/>
          <a:lstStyle>
            <a:lvl1pPr algn="l">
              <a:defRPr>
                <a:solidFill>
                  <a:schemeClr val="bg1"/>
                </a:solidFill>
              </a:defRPr>
            </a:lvl1pPr>
          </a:lstStyle>
          <a:p>
            <a:fld id="{D728701E-CAF4-4159-9B3E-41C86DFFA30D}" type="datetimeFigureOut">
              <a:rPr lang="en-US" smtClean="0"/>
              <a:t>3/29/2024</a:t>
            </a:fld>
            <a:endParaRPr lang="en-US"/>
          </a:p>
        </p:txBody>
      </p:sp>
      <p:sp>
        <p:nvSpPr>
          <p:cNvPr id="5" name="Footer Placeholder 4"/>
          <p:cNvSpPr>
            <a:spLocks noGrp="1"/>
          </p:cNvSpPr>
          <p:nvPr>
            <p:ph type="ftr" sz="quarter" idx="11"/>
          </p:nvPr>
        </p:nvSpPr>
        <p:spPr>
          <a:xfrm>
            <a:off x="10972800" y="29994119"/>
            <a:ext cx="27066240" cy="1752600"/>
          </a:xfrm>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a:xfrm>
            <a:off x="39867842" y="29994119"/>
            <a:ext cx="2659383" cy="1752600"/>
          </a:xfrm>
        </p:spPr>
        <p:txBody>
          <a:bodyPr/>
          <a:lstStyle/>
          <a:p>
            <a:fld id="{162F1D00-BD13-4404-86B0-79703945A0A7}" type="slidenum">
              <a:rPr lang="en-US" smtClean="0"/>
              <a:t>‹#›</a:t>
            </a:fld>
            <a:endParaRPr lang="en-US"/>
          </a:p>
        </p:txBody>
      </p:sp>
      <p:sp>
        <p:nvSpPr>
          <p:cNvPr id="8" name="TextBox 7"/>
          <p:cNvSpPr txBox="1"/>
          <p:nvPr/>
        </p:nvSpPr>
        <p:spPr>
          <a:xfrm>
            <a:off x="9617341" y="14931623"/>
            <a:ext cx="1252363" cy="2810898"/>
          </a:xfrm>
          <a:prstGeom prst="rect">
            <a:avLst/>
          </a:prstGeom>
          <a:noFill/>
        </p:spPr>
        <p:txBody>
          <a:bodyPr wrap="square" lIns="0" tIns="0" rIns="0" bIns="0" rtlCol="0">
            <a:spAutoFit/>
          </a:bodyPr>
          <a:lstStyle/>
          <a:p>
            <a:r>
              <a:rPr sz="18266" b="1">
                <a:solidFill>
                  <a:schemeClr val="accent1">
                    <a:lumMod val="60000"/>
                    <a:lumOff val="40000"/>
                  </a:schemeClr>
                </a:solidFill>
              </a:rPr>
              <a:t>+</a:t>
            </a:r>
          </a:p>
        </p:txBody>
      </p:sp>
      <p:sp>
        <p:nvSpPr>
          <p:cNvPr id="9" name="Rectangle 8"/>
          <p:cNvSpPr/>
          <p:nvPr/>
        </p:nvSpPr>
        <p:spPr>
          <a:xfrm>
            <a:off x="1371603" y="1097282"/>
            <a:ext cx="1021080" cy="3045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39410645" y="1356356"/>
            <a:ext cx="3082065" cy="768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2" name="Rectangle 11"/>
          <p:cNvSpPr/>
          <p:nvPr/>
        </p:nvSpPr>
        <p:spPr>
          <a:xfrm>
            <a:off x="38727528" y="1356356"/>
            <a:ext cx="438912" cy="768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0" name="TextBox 9"/>
          <p:cNvSpPr txBox="1"/>
          <p:nvPr/>
        </p:nvSpPr>
        <p:spPr>
          <a:xfrm>
            <a:off x="1071292" y="1097282"/>
            <a:ext cx="1252363" cy="2544223"/>
          </a:xfrm>
          <a:prstGeom prst="rect">
            <a:avLst/>
          </a:prstGeom>
          <a:noFill/>
        </p:spPr>
        <p:txBody>
          <a:bodyPr wrap="square" lIns="0" tIns="0" rIns="0" bIns="0" rtlCol="0">
            <a:spAutoFit/>
          </a:bodyPr>
          <a:lstStyle/>
          <a:p>
            <a:r>
              <a:rPr sz="16533"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2392887" y="9532622"/>
            <a:ext cx="17556480" cy="19872960"/>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21119415" y="9532622"/>
            <a:ext cx="17556480" cy="19872960"/>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728701E-CAF4-4159-9B3E-41C86DFFA30D}" type="datetimeFigureOut">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2F1D00-BD13-4404-86B0-79703945A0A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39200865" y="1356356"/>
            <a:ext cx="3291840" cy="768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2" name="TextBox 11"/>
          <p:cNvSpPr txBox="1"/>
          <p:nvPr/>
        </p:nvSpPr>
        <p:spPr>
          <a:xfrm>
            <a:off x="1071292" y="1097282"/>
            <a:ext cx="1252363" cy="2544223"/>
          </a:xfrm>
          <a:prstGeom prst="rect">
            <a:avLst/>
          </a:prstGeom>
          <a:noFill/>
        </p:spPr>
        <p:txBody>
          <a:bodyPr wrap="square" lIns="0" tIns="0" rIns="0" bIns="0" rtlCol="0">
            <a:spAutoFit/>
          </a:bodyPr>
          <a:lstStyle/>
          <a:p>
            <a:r>
              <a:rPr sz="16533"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2388197" y="11747356"/>
            <a:ext cx="17556480" cy="17658227"/>
          </a:xfrm>
        </p:spPr>
        <p:txBody>
          <a:bodyPr>
            <a:normAutofit/>
          </a:bodyPr>
          <a:lstStyle>
            <a:lvl1pPr>
              <a:defRPr sz="8133"/>
            </a:lvl1pPr>
            <a:lvl2pPr>
              <a:defRPr sz="8133"/>
            </a:lvl2pPr>
            <a:lvl3pPr>
              <a:defRPr sz="8133"/>
            </a:lvl3pPr>
            <a:lvl4pPr>
              <a:defRPr sz="8133"/>
            </a:lvl4pPr>
            <a:lvl5pPr>
              <a:defRPr sz="8133"/>
            </a:lvl5pPr>
            <a:lvl6pPr>
              <a:defRPr sz="7333"/>
            </a:lvl6pPr>
            <a:lvl7pPr>
              <a:defRPr sz="7333"/>
            </a:lvl7pPr>
            <a:lvl8pPr>
              <a:defRPr sz="7333"/>
            </a:lvl8pPr>
            <a:lvl9pPr>
              <a:defRPr sz="7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21119415" y="11747356"/>
            <a:ext cx="17556480" cy="17658227"/>
          </a:xfrm>
        </p:spPr>
        <p:txBody>
          <a:bodyPr>
            <a:normAutofit/>
          </a:bodyPr>
          <a:lstStyle>
            <a:lvl1pPr>
              <a:defRPr sz="8133"/>
            </a:lvl1pPr>
            <a:lvl2pPr>
              <a:defRPr sz="8133"/>
            </a:lvl2pPr>
            <a:lvl3pPr>
              <a:defRPr sz="8133"/>
            </a:lvl3pPr>
            <a:lvl4pPr>
              <a:defRPr sz="8133"/>
            </a:lvl4pPr>
            <a:lvl5pPr>
              <a:defRPr sz="8133"/>
            </a:lvl5pPr>
            <a:lvl6pPr>
              <a:defRPr sz="7333"/>
            </a:lvl6pPr>
            <a:lvl7pPr>
              <a:defRPr sz="7333"/>
            </a:lvl7pPr>
            <a:lvl8pPr>
              <a:defRPr sz="7333"/>
            </a:lvl8pPr>
            <a:lvl9pPr>
              <a:defRPr sz="7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D728701E-CAF4-4159-9B3E-41C86DFFA30D}" type="datetimeFigureOut">
              <a:rPr lang="en-US" smtClean="0"/>
              <a:t>3/29/2024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2F1D00-BD13-4404-86B0-79703945A0A7}" type="slidenum">
              <a:rPr lang="en-US" smtClean="0"/>
              <a:t>‹#›</a:t>
            </a:fld>
            <a:endParaRPr lang="en-US"/>
          </a:p>
        </p:txBody>
      </p:sp>
      <p:sp>
        <p:nvSpPr>
          <p:cNvPr id="3" name="Text Placeholder 2"/>
          <p:cNvSpPr>
            <a:spLocks noGrp="1"/>
          </p:cNvSpPr>
          <p:nvPr>
            <p:ph type="body" idx="1"/>
          </p:nvPr>
        </p:nvSpPr>
        <p:spPr>
          <a:xfrm>
            <a:off x="2388197" y="9940069"/>
            <a:ext cx="17556480" cy="1549100"/>
          </a:xfrm>
          <a:prstGeom prst="rect">
            <a:avLst/>
          </a:prstGeom>
          <a:solidFill>
            <a:schemeClr val="accent3"/>
          </a:solidFill>
        </p:spPr>
        <p:txBody>
          <a:bodyPr tIns="0" bIns="0" anchor="ctr" anchorCtr="0">
            <a:noAutofit/>
          </a:bodyPr>
          <a:lstStyle>
            <a:lvl1pPr marL="0" indent="0" algn="ctr">
              <a:spcBef>
                <a:spcPts val="0"/>
              </a:spcBef>
              <a:buNone/>
              <a:defRPr sz="8133" b="0">
                <a:solidFill>
                  <a:schemeClr val="bg1"/>
                </a:solidFill>
              </a:defRPr>
            </a:lvl1pPr>
            <a:lvl2pPr marL="2089754" indent="0">
              <a:buNone/>
              <a:defRPr sz="9200" b="1"/>
            </a:lvl2pPr>
            <a:lvl3pPr marL="4179509" indent="0">
              <a:buNone/>
              <a:defRPr sz="8133" b="1"/>
            </a:lvl3pPr>
            <a:lvl4pPr marL="6269262" indent="0">
              <a:buNone/>
              <a:defRPr sz="7333" b="1"/>
            </a:lvl4pPr>
            <a:lvl5pPr marL="8359016" indent="0">
              <a:buNone/>
              <a:defRPr sz="7333" b="1"/>
            </a:lvl5pPr>
            <a:lvl6pPr marL="10448771" indent="0">
              <a:buNone/>
              <a:defRPr sz="7333" b="1"/>
            </a:lvl6pPr>
            <a:lvl7pPr marL="12538525" indent="0">
              <a:buNone/>
              <a:defRPr sz="7333" b="1"/>
            </a:lvl7pPr>
            <a:lvl8pPr marL="14628278" indent="0">
              <a:buNone/>
              <a:defRPr sz="7333" b="1"/>
            </a:lvl8pPr>
            <a:lvl9pPr marL="16718033" indent="0">
              <a:buNone/>
              <a:defRPr sz="7333" b="1"/>
            </a:lvl9pPr>
          </a:lstStyle>
          <a:p>
            <a:pPr lvl="0"/>
            <a:r>
              <a:rPr lang="en-US"/>
              <a:t>Click to edit Master text styles</a:t>
            </a:r>
          </a:p>
        </p:txBody>
      </p:sp>
      <p:sp>
        <p:nvSpPr>
          <p:cNvPr id="5" name="Text Placeholder 4"/>
          <p:cNvSpPr>
            <a:spLocks noGrp="1"/>
          </p:cNvSpPr>
          <p:nvPr>
            <p:ph type="body" sz="quarter" idx="3"/>
          </p:nvPr>
        </p:nvSpPr>
        <p:spPr>
          <a:xfrm>
            <a:off x="21119415" y="9940069"/>
            <a:ext cx="17556480" cy="1549100"/>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8133" b="0">
                <a:solidFill>
                  <a:schemeClr val="bg1"/>
                </a:solidFill>
              </a:defRPr>
            </a:lvl1pPr>
            <a:lvl2pPr marL="2089754" indent="0">
              <a:buNone/>
              <a:defRPr sz="9200" b="1"/>
            </a:lvl2pPr>
            <a:lvl3pPr marL="4179509" indent="0">
              <a:buNone/>
              <a:defRPr sz="8133" b="1"/>
            </a:lvl3pPr>
            <a:lvl4pPr marL="6269262" indent="0">
              <a:buNone/>
              <a:defRPr sz="7333" b="1"/>
            </a:lvl4pPr>
            <a:lvl5pPr marL="8359016" indent="0">
              <a:buNone/>
              <a:defRPr sz="7333" b="1"/>
            </a:lvl5pPr>
            <a:lvl6pPr marL="10448771" indent="0">
              <a:buNone/>
              <a:defRPr sz="7333" b="1"/>
            </a:lvl6pPr>
            <a:lvl7pPr marL="12538525" indent="0">
              <a:buNone/>
              <a:defRPr sz="7333" b="1"/>
            </a:lvl7pPr>
            <a:lvl8pPr marL="14628278" indent="0">
              <a:buNone/>
              <a:defRPr sz="7333" b="1"/>
            </a:lvl8pPr>
            <a:lvl9pPr marL="16718033" indent="0">
              <a:buNone/>
              <a:defRPr sz="7333"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1071292" y="1097282"/>
            <a:ext cx="1252363" cy="2544223"/>
          </a:xfrm>
          <a:prstGeom prst="rect">
            <a:avLst/>
          </a:prstGeom>
          <a:noFill/>
        </p:spPr>
        <p:txBody>
          <a:bodyPr wrap="square" lIns="0" tIns="0" rIns="0" bIns="0" rtlCol="0">
            <a:spAutoFit/>
          </a:bodyPr>
          <a:lstStyle/>
          <a:p>
            <a:r>
              <a:rPr sz="16533"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2392886" y="9532622"/>
            <a:ext cx="36331953" cy="9436608"/>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728701E-CAF4-4159-9B3E-41C86DFFA30D}" type="datetimeFigureOut">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13" name="Content Placeholder 2"/>
          <p:cNvSpPr>
            <a:spLocks noGrp="1"/>
          </p:cNvSpPr>
          <p:nvPr>
            <p:ph sz="half" idx="14"/>
          </p:nvPr>
        </p:nvSpPr>
        <p:spPr>
          <a:xfrm>
            <a:off x="2392886" y="19991832"/>
            <a:ext cx="36331953" cy="9436608"/>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39200865" y="1356356"/>
            <a:ext cx="3291840" cy="768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5" name="Slide Number Placeholder 6"/>
          <p:cNvSpPr>
            <a:spLocks noGrp="1"/>
          </p:cNvSpPr>
          <p:nvPr>
            <p:ph type="sldNum" sz="quarter" idx="12"/>
          </p:nvPr>
        </p:nvSpPr>
        <p:spPr>
          <a:xfrm>
            <a:off x="39867842" y="1162727"/>
            <a:ext cx="2659383" cy="1752600"/>
          </a:xfrm>
        </p:spPr>
        <p:txBody>
          <a:bodyPr/>
          <a:lstStyle/>
          <a:p>
            <a:fld id="{162F1D00-BD13-4404-86B0-79703945A0A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39200865" y="1356356"/>
            <a:ext cx="3291840" cy="768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0" name="TextBox 9"/>
          <p:cNvSpPr txBox="1"/>
          <p:nvPr/>
        </p:nvSpPr>
        <p:spPr>
          <a:xfrm>
            <a:off x="1071292" y="1097282"/>
            <a:ext cx="1252363" cy="2544223"/>
          </a:xfrm>
          <a:prstGeom prst="rect">
            <a:avLst/>
          </a:prstGeom>
          <a:noFill/>
        </p:spPr>
        <p:txBody>
          <a:bodyPr wrap="square" lIns="0" tIns="0" rIns="0" bIns="0" rtlCol="0">
            <a:spAutoFit/>
          </a:bodyPr>
          <a:lstStyle/>
          <a:p>
            <a:r>
              <a:rPr sz="16533"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21168360" y="9532622"/>
            <a:ext cx="17556480" cy="9436608"/>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728701E-CAF4-4159-9B3E-41C86DFFA30D}" type="datetimeFigureOut">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2F1D00-BD13-4404-86B0-79703945A0A7}" type="slidenum">
              <a:rPr lang="en-US" smtClean="0"/>
              <a:t>‹#›</a:t>
            </a:fld>
            <a:endParaRPr lang="en-US"/>
          </a:p>
        </p:txBody>
      </p:sp>
      <p:sp>
        <p:nvSpPr>
          <p:cNvPr id="11" name="Content Placeholder 2"/>
          <p:cNvSpPr>
            <a:spLocks noGrp="1"/>
          </p:cNvSpPr>
          <p:nvPr>
            <p:ph sz="half" idx="15"/>
          </p:nvPr>
        </p:nvSpPr>
        <p:spPr>
          <a:xfrm>
            <a:off x="2392887" y="9532622"/>
            <a:ext cx="17556480" cy="19872960"/>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21168360" y="20014388"/>
            <a:ext cx="17556480" cy="9436608"/>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39200865" y="1356356"/>
            <a:ext cx="3291840" cy="768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0" name="TextBox 9"/>
          <p:cNvSpPr txBox="1"/>
          <p:nvPr/>
        </p:nvSpPr>
        <p:spPr>
          <a:xfrm>
            <a:off x="1071292" y="1097282"/>
            <a:ext cx="1252363" cy="2544223"/>
          </a:xfrm>
          <a:prstGeom prst="rect">
            <a:avLst/>
          </a:prstGeom>
          <a:noFill/>
        </p:spPr>
        <p:txBody>
          <a:bodyPr wrap="square" lIns="0" tIns="0" rIns="0" bIns="0" rtlCol="0">
            <a:spAutoFit/>
          </a:bodyPr>
          <a:lstStyle/>
          <a:p>
            <a:r>
              <a:rPr sz="16533"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D728701E-CAF4-4159-9B3E-41C86DFFA30D}" type="datetimeFigureOut">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2F1D00-BD13-4404-86B0-79703945A0A7}" type="slidenum">
              <a:rPr lang="en-US" smtClean="0"/>
              <a:t>‹#›</a:t>
            </a:fld>
            <a:endParaRPr lang="en-US"/>
          </a:p>
        </p:txBody>
      </p:sp>
      <p:sp>
        <p:nvSpPr>
          <p:cNvPr id="12" name="Content Placeholder 2"/>
          <p:cNvSpPr>
            <a:spLocks noGrp="1"/>
          </p:cNvSpPr>
          <p:nvPr>
            <p:ph sz="half" idx="17"/>
          </p:nvPr>
        </p:nvSpPr>
        <p:spPr>
          <a:xfrm>
            <a:off x="2414021" y="9532622"/>
            <a:ext cx="17555583" cy="9436608"/>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2414021" y="19991832"/>
            <a:ext cx="17555583" cy="9436608"/>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21168360" y="9532622"/>
            <a:ext cx="17556480" cy="9436608"/>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21168360" y="20014388"/>
            <a:ext cx="17556480" cy="9436608"/>
          </a:xfrm>
        </p:spPr>
        <p:txBody>
          <a:bodyPr>
            <a:normAutofit/>
          </a:bodyPr>
          <a:lstStyle>
            <a:lvl1pPr>
              <a:defRPr sz="8133"/>
            </a:lvl1pPr>
            <a:lvl2pPr>
              <a:defRPr sz="8133"/>
            </a:lvl2pPr>
            <a:lvl3pPr>
              <a:defRPr sz="8133"/>
            </a:lvl3pPr>
            <a:lvl4pPr>
              <a:defRPr sz="8133"/>
            </a:lvl4pPr>
            <a:lvl5pPr>
              <a:defRPr sz="8133"/>
            </a:lvl5pPr>
            <a:lvl6pPr>
              <a:defRPr sz="8133"/>
            </a:lvl6pPr>
            <a:lvl7pPr>
              <a:defRPr sz="8133"/>
            </a:lvl7pPr>
            <a:lvl8pPr>
              <a:defRPr sz="8133"/>
            </a:lvl8pPr>
            <a:lvl9pPr>
              <a:defRPr sz="8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39200865" y="1356356"/>
            <a:ext cx="3291840" cy="768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8" name="TextBox 7"/>
          <p:cNvSpPr txBox="1"/>
          <p:nvPr/>
        </p:nvSpPr>
        <p:spPr>
          <a:xfrm>
            <a:off x="1071292" y="1097282"/>
            <a:ext cx="1252363" cy="2544223"/>
          </a:xfrm>
          <a:prstGeom prst="rect">
            <a:avLst/>
          </a:prstGeom>
          <a:noFill/>
        </p:spPr>
        <p:txBody>
          <a:bodyPr wrap="square" lIns="0" tIns="0" rIns="0" bIns="0" rtlCol="0">
            <a:spAutoFit/>
          </a:bodyPr>
          <a:lstStyle/>
          <a:p>
            <a:r>
              <a:rPr sz="16533"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D728701E-CAF4-4159-9B3E-41C86DFFA30D}" type="datetimeFigureOut">
              <a:rPr lang="en-US" smtClean="0"/>
              <a:t>3/29/2024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2F1D00-BD13-4404-86B0-79703945A0A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39200865" y="1356353"/>
            <a:ext cx="3291840" cy="14506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2" name="Date Placeholder 1"/>
          <p:cNvSpPr>
            <a:spLocks noGrp="1"/>
          </p:cNvSpPr>
          <p:nvPr>
            <p:ph type="dt" sz="half" idx="10"/>
          </p:nvPr>
        </p:nvSpPr>
        <p:spPr/>
        <p:txBody>
          <a:bodyPr/>
          <a:lstStyle/>
          <a:p>
            <a:fld id="{D728701E-CAF4-4159-9B3E-41C86DFFA30D}" type="datetimeFigureOut">
              <a:rPr lang="en-US" smtClean="0"/>
              <a:t>3/29/2024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2F1D00-BD13-4404-86B0-79703945A0A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56363" y="1097282"/>
            <a:ext cx="16565880" cy="304571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2" name="Title 1"/>
          <p:cNvSpPr>
            <a:spLocks noGrp="1"/>
          </p:cNvSpPr>
          <p:nvPr>
            <p:ph type="title"/>
          </p:nvPr>
        </p:nvSpPr>
        <p:spPr>
          <a:xfrm>
            <a:off x="1826665" y="12344400"/>
            <a:ext cx="15625267" cy="5577840"/>
          </a:xfrm>
        </p:spPr>
        <p:txBody>
          <a:bodyPr anchor="b">
            <a:normAutofit/>
          </a:bodyPr>
          <a:lstStyle>
            <a:lvl1pPr algn="l">
              <a:defRPr sz="11866"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20010124" y="1310644"/>
            <a:ext cx="22067515" cy="28094942"/>
          </a:xfrm>
        </p:spPr>
        <p:txBody>
          <a:bodyPr>
            <a:normAutofit/>
          </a:bodyPr>
          <a:lstStyle>
            <a:lvl1pPr>
              <a:defRPr sz="8133"/>
            </a:lvl1pPr>
            <a:lvl2pPr>
              <a:defRPr sz="8133"/>
            </a:lvl2pPr>
            <a:lvl3pPr>
              <a:defRPr sz="8133"/>
            </a:lvl3pPr>
            <a:lvl4pPr>
              <a:defRPr sz="8133"/>
            </a:lvl4pPr>
            <a:lvl5pPr>
              <a:defRPr sz="8133"/>
            </a:lvl5pPr>
            <a:lvl6pPr>
              <a:defRPr sz="9200"/>
            </a:lvl6pPr>
            <a:lvl7pPr>
              <a:defRPr sz="9200"/>
            </a:lvl7pPr>
            <a:lvl8pPr>
              <a:defRPr sz="9200"/>
            </a:lvl8pPr>
            <a:lvl9pPr>
              <a:defRPr sz="9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829248" y="17922244"/>
            <a:ext cx="15625267" cy="11483342"/>
          </a:xfrm>
        </p:spPr>
        <p:txBody>
          <a:bodyPr/>
          <a:lstStyle>
            <a:lvl1pPr marL="0" indent="0">
              <a:spcBef>
                <a:spcPts val="2743"/>
              </a:spcBef>
              <a:buNone/>
              <a:defRPr sz="6400">
                <a:solidFill>
                  <a:schemeClr val="bg1"/>
                </a:solidFill>
              </a:defRPr>
            </a:lvl1pPr>
            <a:lvl2pPr marL="2089754" indent="0">
              <a:buNone/>
              <a:defRPr sz="5467"/>
            </a:lvl2pPr>
            <a:lvl3pPr marL="4179509" indent="0">
              <a:buNone/>
              <a:defRPr sz="4533"/>
            </a:lvl3pPr>
            <a:lvl4pPr marL="6269262" indent="0">
              <a:buNone/>
              <a:defRPr sz="4133"/>
            </a:lvl4pPr>
            <a:lvl5pPr marL="8359016" indent="0">
              <a:buNone/>
              <a:defRPr sz="4133"/>
            </a:lvl5pPr>
            <a:lvl6pPr marL="10448771" indent="0">
              <a:buNone/>
              <a:defRPr sz="4133"/>
            </a:lvl6pPr>
            <a:lvl7pPr marL="12538525" indent="0">
              <a:buNone/>
              <a:defRPr sz="4133"/>
            </a:lvl7pPr>
            <a:lvl8pPr marL="14628278" indent="0">
              <a:buNone/>
              <a:defRPr sz="4133"/>
            </a:lvl8pPr>
            <a:lvl9pPr marL="16718033" indent="0">
              <a:buNone/>
              <a:defRPr sz="4133"/>
            </a:lvl9pPr>
          </a:lstStyle>
          <a:p>
            <a:pPr lvl="0"/>
            <a:r>
              <a:rPr lang="en-US"/>
              <a:t>Click to edit Master text styles</a:t>
            </a:r>
          </a:p>
        </p:txBody>
      </p:sp>
      <p:sp>
        <p:nvSpPr>
          <p:cNvPr id="5" name="Date Placeholder 4"/>
          <p:cNvSpPr>
            <a:spLocks noGrp="1"/>
          </p:cNvSpPr>
          <p:nvPr>
            <p:ph type="dt" sz="half" idx="10"/>
          </p:nvPr>
        </p:nvSpPr>
        <p:spPr>
          <a:xfrm>
            <a:off x="35478720" y="30833210"/>
            <a:ext cx="7379745" cy="1752600"/>
          </a:xfrm>
        </p:spPr>
        <p:txBody>
          <a:bodyPr/>
          <a:lstStyle/>
          <a:p>
            <a:fld id="{D728701E-CAF4-4159-9B3E-41C86DFFA30D}" type="datetimeFigureOut">
              <a:rPr lang="en-US" smtClean="0"/>
              <a:t>3/29/2024</a:t>
            </a:fld>
            <a:endParaRPr lang="en-US"/>
          </a:p>
        </p:txBody>
      </p:sp>
      <p:sp>
        <p:nvSpPr>
          <p:cNvPr id="6" name="Footer Placeholder 5"/>
          <p:cNvSpPr>
            <a:spLocks noGrp="1"/>
          </p:cNvSpPr>
          <p:nvPr>
            <p:ph type="ftr" sz="quarter" idx="11"/>
          </p:nvPr>
        </p:nvSpPr>
        <p:spPr>
          <a:xfrm>
            <a:off x="18524668" y="30833210"/>
            <a:ext cx="15921317" cy="1752600"/>
          </a:xfrm>
        </p:spPr>
        <p:txBody>
          <a:bodyPr/>
          <a:lstStyle/>
          <a:p>
            <a:endParaRPr lang="en-US"/>
          </a:p>
        </p:txBody>
      </p:sp>
      <p:sp>
        <p:nvSpPr>
          <p:cNvPr id="9" name="TextBox 8"/>
          <p:cNvSpPr txBox="1"/>
          <p:nvPr/>
        </p:nvSpPr>
        <p:spPr>
          <a:xfrm>
            <a:off x="2039481" y="839101"/>
            <a:ext cx="1983883" cy="3795783"/>
          </a:xfrm>
          <a:prstGeom prst="rect">
            <a:avLst/>
          </a:prstGeom>
          <a:noFill/>
        </p:spPr>
        <p:txBody>
          <a:bodyPr wrap="square" lIns="0" tIns="0" rIns="0" bIns="0" rtlCol="0">
            <a:spAutoFit/>
          </a:bodyPr>
          <a:lstStyle/>
          <a:p>
            <a:r>
              <a:rPr sz="24666"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39200865" y="1356353"/>
            <a:ext cx="3291840" cy="14506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2" name="Title 1"/>
          <p:cNvSpPr>
            <a:spLocks noGrp="1"/>
          </p:cNvSpPr>
          <p:nvPr>
            <p:ph type="title"/>
          </p:nvPr>
        </p:nvSpPr>
        <p:spPr>
          <a:xfrm>
            <a:off x="20013142" y="14996162"/>
            <a:ext cx="18711705" cy="4183382"/>
          </a:xfrm>
        </p:spPr>
        <p:txBody>
          <a:bodyPr anchor="b">
            <a:normAutofit/>
          </a:bodyPr>
          <a:lstStyle>
            <a:lvl1pPr algn="l">
              <a:defRPr sz="11866" b="0"/>
            </a:lvl1pPr>
          </a:lstStyle>
          <a:p>
            <a:r>
              <a:rPr lang="en-US"/>
              <a:t>Click to edit Master title style</a:t>
            </a:r>
            <a:endParaRPr/>
          </a:p>
        </p:txBody>
      </p:sp>
      <p:sp>
        <p:nvSpPr>
          <p:cNvPr id="3" name="Picture Placeholder 2"/>
          <p:cNvSpPr>
            <a:spLocks noGrp="1"/>
          </p:cNvSpPr>
          <p:nvPr>
            <p:ph type="pic" idx="1"/>
          </p:nvPr>
        </p:nvSpPr>
        <p:spPr>
          <a:xfrm>
            <a:off x="1333951" y="1097282"/>
            <a:ext cx="16611159" cy="30457142"/>
          </a:xfrm>
        </p:spPr>
        <p:txBody>
          <a:bodyPr/>
          <a:lstStyle>
            <a:lvl1pPr marL="0" indent="0">
              <a:buNone/>
              <a:defRPr sz="14666"/>
            </a:lvl1pPr>
            <a:lvl2pPr marL="2089754" indent="0">
              <a:buNone/>
              <a:defRPr sz="12800"/>
            </a:lvl2pPr>
            <a:lvl3pPr marL="4179509" indent="0">
              <a:buNone/>
              <a:defRPr sz="10933"/>
            </a:lvl3pPr>
            <a:lvl4pPr marL="6269262" indent="0">
              <a:buNone/>
              <a:defRPr sz="9200"/>
            </a:lvl4pPr>
            <a:lvl5pPr marL="8359016" indent="0">
              <a:buNone/>
              <a:defRPr sz="9200"/>
            </a:lvl5pPr>
            <a:lvl6pPr marL="10448771" indent="0">
              <a:buNone/>
              <a:defRPr sz="9200"/>
            </a:lvl6pPr>
            <a:lvl7pPr marL="12538525" indent="0">
              <a:buNone/>
              <a:defRPr sz="9200"/>
            </a:lvl7pPr>
            <a:lvl8pPr marL="14628278" indent="0">
              <a:buNone/>
              <a:defRPr sz="9200"/>
            </a:lvl8pPr>
            <a:lvl9pPr marL="16718033" indent="0">
              <a:buNone/>
              <a:defRPr sz="9200"/>
            </a:lvl9pPr>
          </a:lstStyle>
          <a:p>
            <a:r>
              <a:rPr lang="en-US"/>
              <a:t>Drag picture to placeholder or click icon to add</a:t>
            </a:r>
            <a:endParaRPr/>
          </a:p>
        </p:txBody>
      </p:sp>
      <p:sp>
        <p:nvSpPr>
          <p:cNvPr id="4" name="Text Placeholder 3"/>
          <p:cNvSpPr>
            <a:spLocks noGrp="1"/>
          </p:cNvSpPr>
          <p:nvPr>
            <p:ph type="body" sz="half" idx="2"/>
          </p:nvPr>
        </p:nvSpPr>
        <p:spPr>
          <a:xfrm>
            <a:off x="20013142" y="19179539"/>
            <a:ext cx="18711705" cy="10309862"/>
          </a:xfrm>
        </p:spPr>
        <p:txBody>
          <a:bodyPr/>
          <a:lstStyle>
            <a:lvl1pPr marL="0" indent="0">
              <a:spcBef>
                <a:spcPts val="2743"/>
              </a:spcBef>
              <a:buNone/>
              <a:defRPr sz="6400"/>
            </a:lvl1pPr>
            <a:lvl2pPr marL="2089754" indent="0">
              <a:buNone/>
              <a:defRPr sz="5467"/>
            </a:lvl2pPr>
            <a:lvl3pPr marL="4179509" indent="0">
              <a:buNone/>
              <a:defRPr sz="4533"/>
            </a:lvl3pPr>
            <a:lvl4pPr marL="6269262" indent="0">
              <a:buNone/>
              <a:defRPr sz="4133"/>
            </a:lvl4pPr>
            <a:lvl5pPr marL="8359016" indent="0">
              <a:buNone/>
              <a:defRPr sz="4133"/>
            </a:lvl5pPr>
            <a:lvl6pPr marL="10448771" indent="0">
              <a:buNone/>
              <a:defRPr sz="4133"/>
            </a:lvl6pPr>
            <a:lvl7pPr marL="12538525" indent="0">
              <a:buNone/>
              <a:defRPr sz="4133"/>
            </a:lvl7pPr>
            <a:lvl8pPr marL="14628278" indent="0">
              <a:buNone/>
              <a:defRPr sz="4133"/>
            </a:lvl8pPr>
            <a:lvl9pPr marL="16718033" indent="0">
              <a:buNone/>
              <a:defRPr sz="4133"/>
            </a:lvl9pPr>
          </a:lstStyle>
          <a:p>
            <a:pPr lvl="0"/>
            <a:r>
              <a:rPr lang="en-US"/>
              <a:t>Click to edit Master text styles</a:t>
            </a:r>
          </a:p>
        </p:txBody>
      </p:sp>
      <p:sp>
        <p:nvSpPr>
          <p:cNvPr id="5" name="Date Placeholder 4"/>
          <p:cNvSpPr>
            <a:spLocks noGrp="1"/>
          </p:cNvSpPr>
          <p:nvPr>
            <p:ph type="dt" sz="half" idx="10"/>
          </p:nvPr>
        </p:nvSpPr>
        <p:spPr>
          <a:xfrm>
            <a:off x="35478720" y="30833210"/>
            <a:ext cx="7379745" cy="1752600"/>
          </a:xfrm>
        </p:spPr>
        <p:txBody>
          <a:bodyPr/>
          <a:lstStyle/>
          <a:p>
            <a:fld id="{D728701E-CAF4-4159-9B3E-41C86DFFA30D}" type="datetimeFigureOut">
              <a:rPr lang="en-US" smtClean="0"/>
              <a:t>3/29/2024</a:t>
            </a:fld>
            <a:endParaRPr lang="en-US"/>
          </a:p>
        </p:txBody>
      </p:sp>
      <p:sp>
        <p:nvSpPr>
          <p:cNvPr id="6" name="Footer Placeholder 5"/>
          <p:cNvSpPr>
            <a:spLocks noGrp="1"/>
          </p:cNvSpPr>
          <p:nvPr>
            <p:ph type="ftr" sz="quarter" idx="11"/>
          </p:nvPr>
        </p:nvSpPr>
        <p:spPr>
          <a:xfrm>
            <a:off x="20116802" y="30833210"/>
            <a:ext cx="14424663" cy="1752600"/>
          </a:xfrm>
        </p:spPr>
        <p:txBody>
          <a:bodyPr/>
          <a:lstStyle/>
          <a:p>
            <a:endParaRPr lang="en-US"/>
          </a:p>
        </p:txBody>
      </p:sp>
      <p:sp>
        <p:nvSpPr>
          <p:cNvPr id="7" name="Slide Number Placeholder 6"/>
          <p:cNvSpPr>
            <a:spLocks noGrp="1"/>
          </p:cNvSpPr>
          <p:nvPr>
            <p:ph type="sldNum" sz="quarter" idx="12"/>
          </p:nvPr>
        </p:nvSpPr>
        <p:spPr/>
        <p:txBody>
          <a:bodyPr/>
          <a:lstStyle/>
          <a:p>
            <a:fld id="{162F1D00-BD13-4404-86B0-79703945A0A7}" type="slidenum">
              <a:rPr lang="en-US" smtClean="0"/>
              <a:t>‹#›</a:t>
            </a:fld>
            <a:endParaRPr lang="en-US"/>
          </a:p>
        </p:txBody>
      </p:sp>
      <p:sp>
        <p:nvSpPr>
          <p:cNvPr id="10" name="TextBox 9"/>
          <p:cNvSpPr txBox="1"/>
          <p:nvPr/>
        </p:nvSpPr>
        <p:spPr>
          <a:xfrm>
            <a:off x="19152530" y="16179504"/>
            <a:ext cx="1058727" cy="1682448"/>
          </a:xfrm>
          <a:prstGeom prst="rect">
            <a:avLst/>
          </a:prstGeom>
          <a:noFill/>
        </p:spPr>
        <p:txBody>
          <a:bodyPr wrap="square" lIns="0" tIns="0" rIns="0" bIns="0" rtlCol="0">
            <a:spAutoFit/>
          </a:bodyPr>
          <a:lstStyle/>
          <a:p>
            <a:r>
              <a:rPr sz="10933"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2431229" y="21235595"/>
            <a:ext cx="29717553" cy="4001846"/>
          </a:xfrm>
        </p:spPr>
        <p:txBody>
          <a:bodyPr anchor="b">
            <a:normAutofit/>
          </a:bodyPr>
          <a:lstStyle>
            <a:lvl1pPr algn="l">
              <a:defRPr sz="11866" b="0"/>
            </a:lvl1pPr>
          </a:lstStyle>
          <a:p>
            <a:r>
              <a:rPr lang="en-US"/>
              <a:t>Click to edit Master title style</a:t>
            </a:r>
            <a:endParaRPr/>
          </a:p>
        </p:txBody>
      </p:sp>
      <p:sp>
        <p:nvSpPr>
          <p:cNvPr id="3" name="Picture Placeholder 2"/>
          <p:cNvSpPr>
            <a:spLocks noGrp="1"/>
          </p:cNvSpPr>
          <p:nvPr>
            <p:ph type="pic" idx="1"/>
          </p:nvPr>
        </p:nvSpPr>
        <p:spPr>
          <a:xfrm>
            <a:off x="1333947" y="1097281"/>
            <a:ext cx="30616267" cy="20102171"/>
          </a:xfrm>
        </p:spPr>
        <p:txBody>
          <a:bodyPr/>
          <a:lstStyle>
            <a:lvl1pPr marL="0" indent="0">
              <a:buNone/>
              <a:defRPr sz="14666"/>
            </a:lvl1pPr>
            <a:lvl2pPr marL="2089754" indent="0">
              <a:buNone/>
              <a:defRPr sz="12800"/>
            </a:lvl2pPr>
            <a:lvl3pPr marL="4179509" indent="0">
              <a:buNone/>
              <a:defRPr sz="10933"/>
            </a:lvl3pPr>
            <a:lvl4pPr marL="6269262" indent="0">
              <a:buNone/>
              <a:defRPr sz="9200"/>
            </a:lvl4pPr>
            <a:lvl5pPr marL="8359016" indent="0">
              <a:buNone/>
              <a:defRPr sz="9200"/>
            </a:lvl5pPr>
            <a:lvl6pPr marL="10448771" indent="0">
              <a:buNone/>
              <a:defRPr sz="9200"/>
            </a:lvl6pPr>
            <a:lvl7pPr marL="12538525" indent="0">
              <a:buNone/>
              <a:defRPr sz="9200"/>
            </a:lvl7pPr>
            <a:lvl8pPr marL="14628278" indent="0">
              <a:buNone/>
              <a:defRPr sz="9200"/>
            </a:lvl8pPr>
            <a:lvl9pPr marL="16718033" indent="0">
              <a:buNone/>
              <a:defRPr sz="9200"/>
            </a:lvl9pPr>
          </a:lstStyle>
          <a:p>
            <a:r>
              <a:rPr lang="en-US"/>
              <a:t>Drag picture to placeholder or click icon to add</a:t>
            </a:r>
            <a:endParaRPr/>
          </a:p>
        </p:txBody>
      </p:sp>
      <p:sp>
        <p:nvSpPr>
          <p:cNvPr id="4" name="Text Placeholder 3"/>
          <p:cNvSpPr>
            <a:spLocks noGrp="1"/>
          </p:cNvSpPr>
          <p:nvPr>
            <p:ph type="body" sz="half" idx="2"/>
          </p:nvPr>
        </p:nvSpPr>
        <p:spPr>
          <a:xfrm>
            <a:off x="2431229" y="25237439"/>
            <a:ext cx="29717553" cy="4251960"/>
          </a:xfrm>
        </p:spPr>
        <p:txBody>
          <a:bodyPr/>
          <a:lstStyle>
            <a:lvl1pPr marL="0" indent="0">
              <a:spcBef>
                <a:spcPts val="1371"/>
              </a:spcBef>
              <a:buNone/>
              <a:defRPr sz="6400"/>
            </a:lvl1pPr>
            <a:lvl2pPr marL="2089754" indent="0">
              <a:buNone/>
              <a:defRPr sz="5467"/>
            </a:lvl2pPr>
            <a:lvl3pPr marL="4179509" indent="0">
              <a:buNone/>
              <a:defRPr sz="4533"/>
            </a:lvl3pPr>
            <a:lvl4pPr marL="6269262" indent="0">
              <a:buNone/>
              <a:defRPr sz="4133"/>
            </a:lvl4pPr>
            <a:lvl5pPr marL="8359016" indent="0">
              <a:buNone/>
              <a:defRPr sz="4133"/>
            </a:lvl5pPr>
            <a:lvl6pPr marL="10448771" indent="0">
              <a:buNone/>
              <a:defRPr sz="4133"/>
            </a:lvl6pPr>
            <a:lvl7pPr marL="12538525" indent="0">
              <a:buNone/>
              <a:defRPr sz="4133"/>
            </a:lvl7pPr>
            <a:lvl8pPr marL="14628278" indent="0">
              <a:buNone/>
              <a:defRPr sz="4133"/>
            </a:lvl8pPr>
            <a:lvl9pPr marL="16718033" indent="0">
              <a:buNone/>
              <a:defRPr sz="4133"/>
            </a:lvl9pPr>
          </a:lstStyle>
          <a:p>
            <a:pPr lvl="0"/>
            <a:r>
              <a:rPr lang="en-US"/>
              <a:t>Click to edit Master text styles</a:t>
            </a:r>
          </a:p>
        </p:txBody>
      </p:sp>
      <p:sp>
        <p:nvSpPr>
          <p:cNvPr id="5" name="Date Placeholder 4"/>
          <p:cNvSpPr>
            <a:spLocks noGrp="1"/>
          </p:cNvSpPr>
          <p:nvPr>
            <p:ph type="dt" sz="half" idx="10"/>
          </p:nvPr>
        </p:nvSpPr>
        <p:spPr/>
        <p:txBody>
          <a:bodyPr/>
          <a:lstStyle/>
          <a:p>
            <a:fld id="{D728701E-CAF4-4159-9B3E-41C86DFFA30D}" type="datetimeFigureOut">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2F1D00-BD13-4404-86B0-79703945A0A7}" type="slidenum">
              <a:rPr lang="en-US" smtClean="0"/>
              <a:t>‹#›</a:t>
            </a:fld>
            <a:endParaRPr lang="en-US"/>
          </a:p>
        </p:txBody>
      </p:sp>
      <p:sp>
        <p:nvSpPr>
          <p:cNvPr id="8" name="Rectangle 7"/>
          <p:cNvSpPr/>
          <p:nvPr/>
        </p:nvSpPr>
        <p:spPr>
          <a:xfrm>
            <a:off x="32651703" y="1097281"/>
            <a:ext cx="9875520" cy="978773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9" name="Rectangle 8"/>
          <p:cNvSpPr/>
          <p:nvPr/>
        </p:nvSpPr>
        <p:spPr>
          <a:xfrm>
            <a:off x="32651703" y="11411713"/>
            <a:ext cx="9875520" cy="97877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0" name="TextBox 9"/>
          <p:cNvSpPr txBox="1"/>
          <p:nvPr/>
        </p:nvSpPr>
        <p:spPr>
          <a:xfrm>
            <a:off x="1570619" y="22237403"/>
            <a:ext cx="1058727" cy="1682448"/>
          </a:xfrm>
          <a:prstGeom prst="rect">
            <a:avLst/>
          </a:prstGeom>
          <a:noFill/>
        </p:spPr>
        <p:txBody>
          <a:bodyPr wrap="square" lIns="0" tIns="0" rIns="0" bIns="0" rtlCol="0">
            <a:spAutoFit/>
          </a:bodyPr>
          <a:lstStyle/>
          <a:p>
            <a:r>
              <a:rPr sz="10933"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1356360" y="1097282"/>
            <a:ext cx="30658401" cy="304571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2" name="Title 1"/>
          <p:cNvSpPr>
            <a:spLocks noGrp="1"/>
          </p:cNvSpPr>
          <p:nvPr>
            <p:ph type="title"/>
          </p:nvPr>
        </p:nvSpPr>
        <p:spPr>
          <a:xfrm>
            <a:off x="1826663" y="12344400"/>
            <a:ext cx="29671733" cy="5577840"/>
          </a:xfrm>
        </p:spPr>
        <p:txBody>
          <a:bodyPr anchor="b">
            <a:normAutofit/>
          </a:bodyPr>
          <a:lstStyle>
            <a:lvl1pPr algn="l">
              <a:defRPr sz="11866"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1829252" y="17922244"/>
            <a:ext cx="29661917" cy="11483342"/>
          </a:xfrm>
        </p:spPr>
        <p:txBody>
          <a:bodyPr/>
          <a:lstStyle>
            <a:lvl1pPr marL="0" indent="0">
              <a:spcBef>
                <a:spcPts val="2743"/>
              </a:spcBef>
              <a:buNone/>
              <a:defRPr sz="6400">
                <a:solidFill>
                  <a:schemeClr val="bg1"/>
                </a:solidFill>
              </a:defRPr>
            </a:lvl1pPr>
            <a:lvl2pPr marL="2089754" indent="0">
              <a:buNone/>
              <a:defRPr sz="5467"/>
            </a:lvl2pPr>
            <a:lvl3pPr marL="4179509" indent="0">
              <a:buNone/>
              <a:defRPr sz="4533"/>
            </a:lvl3pPr>
            <a:lvl4pPr marL="6269262" indent="0">
              <a:buNone/>
              <a:defRPr sz="4133"/>
            </a:lvl4pPr>
            <a:lvl5pPr marL="8359016" indent="0">
              <a:buNone/>
              <a:defRPr sz="4133"/>
            </a:lvl5pPr>
            <a:lvl6pPr marL="10448771" indent="0">
              <a:buNone/>
              <a:defRPr sz="4133"/>
            </a:lvl6pPr>
            <a:lvl7pPr marL="12538525" indent="0">
              <a:buNone/>
              <a:defRPr sz="4133"/>
            </a:lvl7pPr>
            <a:lvl8pPr marL="14628278" indent="0">
              <a:buNone/>
              <a:defRPr sz="4133"/>
            </a:lvl8pPr>
            <a:lvl9pPr marL="16718033" indent="0">
              <a:buNone/>
              <a:defRPr sz="4133"/>
            </a:lvl9pPr>
          </a:lstStyle>
          <a:p>
            <a:pPr lvl="0"/>
            <a:r>
              <a:rPr lang="en-US"/>
              <a:t>Click to edit Master text styles</a:t>
            </a:r>
          </a:p>
        </p:txBody>
      </p:sp>
      <p:sp>
        <p:nvSpPr>
          <p:cNvPr id="5" name="Date Placeholder 4"/>
          <p:cNvSpPr>
            <a:spLocks noGrp="1"/>
          </p:cNvSpPr>
          <p:nvPr>
            <p:ph type="dt" sz="half" idx="10"/>
          </p:nvPr>
        </p:nvSpPr>
        <p:spPr>
          <a:xfrm>
            <a:off x="25018859" y="29930916"/>
            <a:ext cx="6472311" cy="1752600"/>
          </a:xfrm>
        </p:spPr>
        <p:txBody>
          <a:bodyPr/>
          <a:lstStyle>
            <a:lvl1pPr>
              <a:defRPr>
                <a:solidFill>
                  <a:schemeClr val="bg1"/>
                </a:solidFill>
              </a:defRPr>
            </a:lvl1pPr>
          </a:lstStyle>
          <a:p>
            <a:fld id="{D728701E-CAF4-4159-9B3E-41C86DFFA30D}" type="datetimeFigureOut">
              <a:rPr lang="en-US" smtClean="0"/>
              <a:t>3/29/2024</a:t>
            </a:fld>
            <a:endParaRPr lang="en-US"/>
          </a:p>
        </p:txBody>
      </p:sp>
      <p:sp>
        <p:nvSpPr>
          <p:cNvPr id="6" name="Footer Placeholder 5"/>
          <p:cNvSpPr>
            <a:spLocks noGrp="1"/>
          </p:cNvSpPr>
          <p:nvPr>
            <p:ph type="ftr" sz="quarter" idx="11"/>
          </p:nvPr>
        </p:nvSpPr>
        <p:spPr>
          <a:xfrm>
            <a:off x="1829259" y="29930916"/>
            <a:ext cx="22310904" cy="1752600"/>
          </a:xfrm>
        </p:spPr>
        <p:txBody>
          <a:bodyPr/>
          <a:lstStyle>
            <a:lvl1pPr>
              <a:defRPr>
                <a:solidFill>
                  <a:schemeClr val="bg1"/>
                </a:solidFill>
              </a:defRPr>
            </a:lvl1pPr>
          </a:lstStyle>
          <a:p>
            <a:endParaRPr lang="en-US"/>
          </a:p>
        </p:txBody>
      </p:sp>
      <p:sp>
        <p:nvSpPr>
          <p:cNvPr id="7" name="Slide Number Placeholder 6"/>
          <p:cNvSpPr>
            <a:spLocks noGrp="1"/>
          </p:cNvSpPr>
          <p:nvPr>
            <p:ph type="sldNum" sz="quarter" idx="12"/>
          </p:nvPr>
        </p:nvSpPr>
        <p:spPr/>
        <p:txBody>
          <a:bodyPr/>
          <a:lstStyle/>
          <a:p>
            <a:fld id="{162F1D00-BD13-4404-86B0-79703945A0A7}" type="slidenum">
              <a:rPr lang="en-US" smtClean="0"/>
              <a:t>‹#›</a:t>
            </a:fld>
            <a:endParaRPr lang="en-US"/>
          </a:p>
        </p:txBody>
      </p:sp>
      <p:sp>
        <p:nvSpPr>
          <p:cNvPr id="9" name="TextBox 8"/>
          <p:cNvSpPr txBox="1"/>
          <p:nvPr/>
        </p:nvSpPr>
        <p:spPr>
          <a:xfrm>
            <a:off x="2039481" y="839101"/>
            <a:ext cx="1983883" cy="3795783"/>
          </a:xfrm>
          <a:prstGeom prst="rect">
            <a:avLst/>
          </a:prstGeom>
          <a:noFill/>
        </p:spPr>
        <p:txBody>
          <a:bodyPr wrap="square" lIns="0" tIns="0" rIns="0" bIns="0" rtlCol="0">
            <a:spAutoFit/>
          </a:bodyPr>
          <a:lstStyle/>
          <a:p>
            <a:r>
              <a:rPr sz="24666" b="1">
                <a:solidFill>
                  <a:schemeClr val="accent1">
                    <a:lumMod val="60000"/>
                    <a:lumOff val="40000"/>
                  </a:schemeClr>
                </a:solidFill>
              </a:rPr>
              <a:t>+</a:t>
            </a:r>
          </a:p>
        </p:txBody>
      </p:sp>
      <p:sp>
        <p:nvSpPr>
          <p:cNvPr id="10" name="Rectangle 9"/>
          <p:cNvSpPr/>
          <p:nvPr/>
        </p:nvSpPr>
        <p:spPr>
          <a:xfrm>
            <a:off x="32651703" y="1097281"/>
            <a:ext cx="9875520" cy="97877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2" name="Picture Placeholder 12"/>
          <p:cNvSpPr>
            <a:spLocks noGrp="1"/>
          </p:cNvSpPr>
          <p:nvPr>
            <p:ph type="pic" sz="quarter" idx="13"/>
          </p:nvPr>
        </p:nvSpPr>
        <p:spPr>
          <a:xfrm>
            <a:off x="32651703" y="11399713"/>
            <a:ext cx="9875520" cy="9787739"/>
          </a:xfrm>
        </p:spPr>
        <p:txBody>
          <a:bodyPr/>
          <a:lstStyle>
            <a:lvl1pPr>
              <a:buNone/>
              <a:defRPr/>
            </a:lvl1pPr>
          </a:lstStyle>
          <a:p>
            <a:r>
              <a:rPr lang="en-US"/>
              <a:t>Drag picture to placeholder or click icon to add</a:t>
            </a:r>
            <a:endParaRPr/>
          </a:p>
        </p:txBody>
      </p:sp>
      <p:sp>
        <p:nvSpPr>
          <p:cNvPr id="13" name="Picture Placeholder 12"/>
          <p:cNvSpPr>
            <a:spLocks noGrp="1"/>
          </p:cNvSpPr>
          <p:nvPr>
            <p:ph type="pic" sz="quarter" idx="14"/>
          </p:nvPr>
        </p:nvSpPr>
        <p:spPr>
          <a:xfrm>
            <a:off x="32651703" y="21770036"/>
            <a:ext cx="9875520" cy="9787739"/>
          </a:xfrm>
        </p:spPr>
        <p:txBody>
          <a:bodyPr/>
          <a:lstStyle>
            <a:lvl1pPr>
              <a:buNone/>
              <a:defRPr/>
            </a:lvl1pPr>
          </a:lstStyle>
          <a:p>
            <a:r>
              <a:rPr lang="en-US"/>
              <a:t>Drag picture to placeholder or click icon to add</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1356360" y="1097282"/>
            <a:ext cx="20330160" cy="304571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2" name="Title 1"/>
          <p:cNvSpPr>
            <a:spLocks noGrp="1"/>
          </p:cNvSpPr>
          <p:nvPr>
            <p:ph type="title"/>
          </p:nvPr>
        </p:nvSpPr>
        <p:spPr>
          <a:xfrm>
            <a:off x="1826663" y="12344400"/>
            <a:ext cx="19279839" cy="5577840"/>
          </a:xfrm>
        </p:spPr>
        <p:txBody>
          <a:bodyPr anchor="b">
            <a:normAutofit/>
          </a:bodyPr>
          <a:lstStyle>
            <a:lvl1pPr algn="l">
              <a:defRPr sz="11866"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1829253" y="17922244"/>
            <a:ext cx="19273459" cy="11483342"/>
          </a:xfrm>
        </p:spPr>
        <p:txBody>
          <a:bodyPr/>
          <a:lstStyle>
            <a:lvl1pPr marL="0" indent="0">
              <a:spcBef>
                <a:spcPts val="2743"/>
              </a:spcBef>
              <a:buNone/>
              <a:defRPr sz="6400">
                <a:solidFill>
                  <a:schemeClr val="bg1"/>
                </a:solidFill>
              </a:defRPr>
            </a:lvl1pPr>
            <a:lvl2pPr marL="2089754" indent="0">
              <a:buNone/>
              <a:defRPr sz="5467"/>
            </a:lvl2pPr>
            <a:lvl3pPr marL="4179509" indent="0">
              <a:buNone/>
              <a:defRPr sz="4533"/>
            </a:lvl3pPr>
            <a:lvl4pPr marL="6269262" indent="0">
              <a:buNone/>
              <a:defRPr sz="4133"/>
            </a:lvl4pPr>
            <a:lvl5pPr marL="8359016" indent="0">
              <a:buNone/>
              <a:defRPr sz="4133"/>
            </a:lvl5pPr>
            <a:lvl6pPr marL="10448771" indent="0">
              <a:buNone/>
              <a:defRPr sz="4133"/>
            </a:lvl6pPr>
            <a:lvl7pPr marL="12538525" indent="0">
              <a:buNone/>
              <a:defRPr sz="4133"/>
            </a:lvl7pPr>
            <a:lvl8pPr marL="14628278" indent="0">
              <a:buNone/>
              <a:defRPr sz="4133"/>
            </a:lvl8pPr>
            <a:lvl9pPr marL="16718033" indent="0">
              <a:buNone/>
              <a:defRPr sz="4133"/>
            </a:lvl9pPr>
          </a:lstStyle>
          <a:p>
            <a:pPr lvl="0"/>
            <a:r>
              <a:rPr lang="en-US"/>
              <a:t>Click to edit Master text styles</a:t>
            </a:r>
          </a:p>
        </p:txBody>
      </p:sp>
      <p:sp>
        <p:nvSpPr>
          <p:cNvPr id="5" name="Date Placeholder 4"/>
          <p:cNvSpPr>
            <a:spLocks noGrp="1"/>
          </p:cNvSpPr>
          <p:nvPr>
            <p:ph type="dt" sz="half" idx="10"/>
          </p:nvPr>
        </p:nvSpPr>
        <p:spPr>
          <a:xfrm>
            <a:off x="14630402" y="29930916"/>
            <a:ext cx="6472311" cy="1752600"/>
          </a:xfrm>
        </p:spPr>
        <p:txBody>
          <a:bodyPr/>
          <a:lstStyle>
            <a:lvl1pPr>
              <a:defRPr>
                <a:solidFill>
                  <a:schemeClr val="bg1"/>
                </a:solidFill>
              </a:defRPr>
            </a:lvl1pPr>
          </a:lstStyle>
          <a:p>
            <a:fld id="{D728701E-CAF4-4159-9B3E-41C86DFFA30D}" type="datetimeFigureOut">
              <a:rPr lang="en-US" smtClean="0"/>
              <a:t>3/29/2024</a:t>
            </a:fld>
            <a:endParaRPr lang="en-US"/>
          </a:p>
        </p:txBody>
      </p:sp>
      <p:sp>
        <p:nvSpPr>
          <p:cNvPr id="6" name="Footer Placeholder 5"/>
          <p:cNvSpPr>
            <a:spLocks noGrp="1"/>
          </p:cNvSpPr>
          <p:nvPr>
            <p:ph type="ftr" sz="quarter" idx="11"/>
          </p:nvPr>
        </p:nvSpPr>
        <p:spPr>
          <a:xfrm>
            <a:off x="1829259" y="29930916"/>
            <a:ext cx="12435384" cy="1752600"/>
          </a:xfrm>
        </p:spPr>
        <p:txBody>
          <a:bodyPr/>
          <a:lstStyle>
            <a:lvl1pPr>
              <a:defRPr>
                <a:solidFill>
                  <a:schemeClr val="bg1"/>
                </a:solidFill>
              </a:defRPr>
            </a:lvl1pPr>
          </a:lstStyle>
          <a:p>
            <a:endParaRPr lang="en-US"/>
          </a:p>
        </p:txBody>
      </p:sp>
      <p:sp>
        <p:nvSpPr>
          <p:cNvPr id="7" name="Slide Number Placeholder 6"/>
          <p:cNvSpPr>
            <a:spLocks noGrp="1"/>
          </p:cNvSpPr>
          <p:nvPr>
            <p:ph type="sldNum" sz="quarter" idx="12"/>
          </p:nvPr>
        </p:nvSpPr>
        <p:spPr/>
        <p:txBody>
          <a:bodyPr/>
          <a:lstStyle/>
          <a:p>
            <a:fld id="{162F1D00-BD13-4404-86B0-79703945A0A7}" type="slidenum">
              <a:rPr lang="en-US" smtClean="0"/>
              <a:t>‹#›</a:t>
            </a:fld>
            <a:endParaRPr lang="en-US"/>
          </a:p>
        </p:txBody>
      </p:sp>
      <p:sp>
        <p:nvSpPr>
          <p:cNvPr id="9" name="TextBox 8"/>
          <p:cNvSpPr txBox="1"/>
          <p:nvPr/>
        </p:nvSpPr>
        <p:spPr>
          <a:xfrm>
            <a:off x="2039481" y="839101"/>
            <a:ext cx="1983883" cy="3795783"/>
          </a:xfrm>
          <a:prstGeom prst="rect">
            <a:avLst/>
          </a:prstGeom>
          <a:noFill/>
        </p:spPr>
        <p:txBody>
          <a:bodyPr wrap="square" lIns="0" tIns="0" rIns="0" bIns="0" rtlCol="0">
            <a:spAutoFit/>
          </a:bodyPr>
          <a:lstStyle/>
          <a:p>
            <a:r>
              <a:rPr sz="24666" b="1">
                <a:solidFill>
                  <a:schemeClr val="accent1">
                    <a:lumMod val="60000"/>
                    <a:lumOff val="40000"/>
                  </a:schemeClr>
                </a:solidFill>
              </a:rPr>
              <a:t>+</a:t>
            </a:r>
          </a:p>
        </p:txBody>
      </p:sp>
      <p:sp>
        <p:nvSpPr>
          <p:cNvPr id="10" name="Rectangle 9"/>
          <p:cNvSpPr/>
          <p:nvPr/>
        </p:nvSpPr>
        <p:spPr>
          <a:xfrm>
            <a:off x="32651703" y="1097281"/>
            <a:ext cx="9875520" cy="97877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1" name="Rectangle 10"/>
          <p:cNvSpPr/>
          <p:nvPr/>
        </p:nvSpPr>
        <p:spPr>
          <a:xfrm>
            <a:off x="22197063" y="21766685"/>
            <a:ext cx="9875520" cy="978773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12" name="Picture Placeholder 12"/>
          <p:cNvSpPr>
            <a:spLocks noGrp="1"/>
          </p:cNvSpPr>
          <p:nvPr>
            <p:ph type="pic" sz="quarter" idx="13"/>
          </p:nvPr>
        </p:nvSpPr>
        <p:spPr>
          <a:xfrm>
            <a:off x="22197063" y="1097281"/>
            <a:ext cx="9875520" cy="9787739"/>
          </a:xfrm>
        </p:spPr>
        <p:txBody>
          <a:bodyPr/>
          <a:lstStyle>
            <a:lvl1pPr>
              <a:buNone/>
              <a:defRPr/>
            </a:lvl1pPr>
          </a:lstStyle>
          <a:p>
            <a:r>
              <a:rPr lang="en-US"/>
              <a:t>Drag picture to placeholder or click icon to add</a:t>
            </a:r>
            <a:endParaRPr/>
          </a:p>
        </p:txBody>
      </p:sp>
      <p:sp>
        <p:nvSpPr>
          <p:cNvPr id="13" name="Picture Placeholder 12"/>
          <p:cNvSpPr>
            <a:spLocks noGrp="1"/>
          </p:cNvSpPr>
          <p:nvPr>
            <p:ph type="pic" sz="quarter" idx="14"/>
          </p:nvPr>
        </p:nvSpPr>
        <p:spPr>
          <a:xfrm>
            <a:off x="22197063" y="11431984"/>
            <a:ext cx="9875520" cy="9787739"/>
          </a:xfrm>
        </p:spPr>
        <p:txBody>
          <a:bodyPr/>
          <a:lstStyle>
            <a:lvl1pPr>
              <a:buNone/>
              <a:defRPr/>
            </a:lvl1pPr>
          </a:lstStyle>
          <a:p>
            <a:r>
              <a:rPr lang="en-US"/>
              <a:t>Drag picture to placeholder or click icon to add</a:t>
            </a:r>
            <a:endParaRPr/>
          </a:p>
        </p:txBody>
      </p:sp>
      <p:sp>
        <p:nvSpPr>
          <p:cNvPr id="14" name="Picture Placeholder 12"/>
          <p:cNvSpPr>
            <a:spLocks noGrp="1"/>
          </p:cNvSpPr>
          <p:nvPr>
            <p:ph type="pic" sz="quarter" idx="15"/>
          </p:nvPr>
        </p:nvSpPr>
        <p:spPr>
          <a:xfrm>
            <a:off x="32655053" y="11431979"/>
            <a:ext cx="9875520" cy="20102171"/>
          </a:xfrm>
        </p:spPr>
        <p:txBody>
          <a:bodyPr/>
          <a:lstStyle>
            <a:lvl1pPr>
              <a:buNone/>
              <a:defRPr/>
            </a:lvl1pPr>
          </a:lstStyle>
          <a:p>
            <a:r>
              <a:rPr lang="en-US"/>
              <a:t>Drag picture to placeholder or click icon to add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39200865" y="1356353"/>
            <a:ext cx="3291840" cy="14506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2" name="Title 1"/>
          <p:cNvSpPr>
            <a:spLocks noGrp="1"/>
          </p:cNvSpPr>
          <p:nvPr>
            <p:ph type="title"/>
          </p:nvPr>
        </p:nvSpPr>
        <p:spPr>
          <a:xfrm>
            <a:off x="23774400" y="14996162"/>
            <a:ext cx="14923008" cy="4183382"/>
          </a:xfrm>
        </p:spPr>
        <p:txBody>
          <a:bodyPr anchor="b">
            <a:normAutofit/>
          </a:bodyPr>
          <a:lstStyle>
            <a:lvl1pPr algn="l">
              <a:defRPr sz="11866" b="0"/>
            </a:lvl1pPr>
          </a:lstStyle>
          <a:p>
            <a:r>
              <a:rPr lang="en-US"/>
              <a:t>Click to edit Master title style</a:t>
            </a:r>
            <a:endParaRPr/>
          </a:p>
        </p:txBody>
      </p:sp>
      <p:sp>
        <p:nvSpPr>
          <p:cNvPr id="3" name="Picture Placeholder 2"/>
          <p:cNvSpPr>
            <a:spLocks noGrp="1"/>
          </p:cNvSpPr>
          <p:nvPr>
            <p:ph type="pic" idx="1"/>
          </p:nvPr>
        </p:nvSpPr>
        <p:spPr>
          <a:xfrm>
            <a:off x="1333948" y="11353192"/>
            <a:ext cx="20352571" cy="20102171"/>
          </a:xfrm>
        </p:spPr>
        <p:txBody>
          <a:bodyPr/>
          <a:lstStyle>
            <a:lvl1pPr marL="0" indent="0">
              <a:buNone/>
              <a:defRPr sz="14666"/>
            </a:lvl1pPr>
            <a:lvl2pPr marL="2089754" indent="0">
              <a:buNone/>
              <a:defRPr sz="12800"/>
            </a:lvl2pPr>
            <a:lvl3pPr marL="4179509" indent="0">
              <a:buNone/>
              <a:defRPr sz="10933"/>
            </a:lvl3pPr>
            <a:lvl4pPr marL="6269262" indent="0">
              <a:buNone/>
              <a:defRPr sz="9200"/>
            </a:lvl4pPr>
            <a:lvl5pPr marL="8359016" indent="0">
              <a:buNone/>
              <a:defRPr sz="9200"/>
            </a:lvl5pPr>
            <a:lvl6pPr marL="10448771" indent="0">
              <a:buNone/>
              <a:defRPr sz="9200"/>
            </a:lvl6pPr>
            <a:lvl7pPr marL="12538525" indent="0">
              <a:buNone/>
              <a:defRPr sz="9200"/>
            </a:lvl7pPr>
            <a:lvl8pPr marL="14628278" indent="0">
              <a:buNone/>
              <a:defRPr sz="9200"/>
            </a:lvl8pPr>
            <a:lvl9pPr marL="16718033" indent="0">
              <a:buNone/>
              <a:defRPr sz="9200"/>
            </a:lvl9pPr>
          </a:lstStyle>
          <a:p>
            <a:r>
              <a:rPr lang="en-US"/>
              <a:t>Drag picture to placeholder or click icon to add</a:t>
            </a:r>
            <a:endParaRPr/>
          </a:p>
        </p:txBody>
      </p:sp>
      <p:sp>
        <p:nvSpPr>
          <p:cNvPr id="4" name="Text Placeholder 3"/>
          <p:cNvSpPr>
            <a:spLocks noGrp="1"/>
          </p:cNvSpPr>
          <p:nvPr>
            <p:ph type="body" sz="half" idx="2"/>
          </p:nvPr>
        </p:nvSpPr>
        <p:spPr>
          <a:xfrm>
            <a:off x="23774400" y="19179539"/>
            <a:ext cx="14923008" cy="10309862"/>
          </a:xfrm>
        </p:spPr>
        <p:txBody>
          <a:bodyPr/>
          <a:lstStyle>
            <a:lvl1pPr marL="0" indent="0">
              <a:spcBef>
                <a:spcPts val="2743"/>
              </a:spcBef>
              <a:buNone/>
              <a:defRPr sz="6400"/>
            </a:lvl1pPr>
            <a:lvl2pPr marL="2089754" indent="0">
              <a:buNone/>
              <a:defRPr sz="5467"/>
            </a:lvl2pPr>
            <a:lvl3pPr marL="4179509" indent="0">
              <a:buNone/>
              <a:defRPr sz="4533"/>
            </a:lvl3pPr>
            <a:lvl4pPr marL="6269262" indent="0">
              <a:buNone/>
              <a:defRPr sz="4133"/>
            </a:lvl4pPr>
            <a:lvl5pPr marL="8359016" indent="0">
              <a:buNone/>
              <a:defRPr sz="4133"/>
            </a:lvl5pPr>
            <a:lvl6pPr marL="10448771" indent="0">
              <a:buNone/>
              <a:defRPr sz="4133"/>
            </a:lvl6pPr>
            <a:lvl7pPr marL="12538525" indent="0">
              <a:buNone/>
              <a:defRPr sz="4133"/>
            </a:lvl7pPr>
            <a:lvl8pPr marL="14628278" indent="0">
              <a:buNone/>
              <a:defRPr sz="4133"/>
            </a:lvl8pPr>
            <a:lvl9pPr marL="16718033" indent="0">
              <a:buNone/>
              <a:defRPr sz="4133"/>
            </a:lvl9pPr>
          </a:lstStyle>
          <a:p>
            <a:pPr lvl="0"/>
            <a:r>
              <a:rPr lang="en-US"/>
              <a:t>Click to edit Master text styles</a:t>
            </a:r>
          </a:p>
        </p:txBody>
      </p:sp>
      <p:sp>
        <p:nvSpPr>
          <p:cNvPr id="5" name="Date Placeholder 4"/>
          <p:cNvSpPr>
            <a:spLocks noGrp="1"/>
          </p:cNvSpPr>
          <p:nvPr>
            <p:ph type="dt" sz="half" idx="10"/>
          </p:nvPr>
        </p:nvSpPr>
        <p:spPr>
          <a:xfrm>
            <a:off x="35478720" y="30833210"/>
            <a:ext cx="7379745" cy="1752600"/>
          </a:xfrm>
        </p:spPr>
        <p:txBody>
          <a:bodyPr/>
          <a:lstStyle/>
          <a:p>
            <a:fld id="{D728701E-CAF4-4159-9B3E-41C86DFFA30D}" type="datetimeFigureOut">
              <a:rPr lang="en-US" smtClean="0"/>
              <a:t>3/29/2024</a:t>
            </a:fld>
            <a:endParaRPr lang="en-US"/>
          </a:p>
        </p:txBody>
      </p:sp>
      <p:sp>
        <p:nvSpPr>
          <p:cNvPr id="6" name="Footer Placeholder 5"/>
          <p:cNvSpPr>
            <a:spLocks noGrp="1"/>
          </p:cNvSpPr>
          <p:nvPr>
            <p:ph type="ftr" sz="quarter" idx="11"/>
          </p:nvPr>
        </p:nvSpPr>
        <p:spPr>
          <a:xfrm>
            <a:off x="20116802" y="30833210"/>
            <a:ext cx="14424663" cy="1752600"/>
          </a:xfrm>
        </p:spPr>
        <p:txBody>
          <a:bodyPr/>
          <a:lstStyle/>
          <a:p>
            <a:endParaRPr lang="en-US"/>
          </a:p>
        </p:txBody>
      </p:sp>
      <p:sp>
        <p:nvSpPr>
          <p:cNvPr id="7" name="Slide Number Placeholder 6"/>
          <p:cNvSpPr>
            <a:spLocks noGrp="1"/>
          </p:cNvSpPr>
          <p:nvPr>
            <p:ph type="sldNum" sz="quarter" idx="12"/>
          </p:nvPr>
        </p:nvSpPr>
        <p:spPr/>
        <p:txBody>
          <a:bodyPr/>
          <a:lstStyle/>
          <a:p>
            <a:fld id="{162F1D00-BD13-4404-86B0-79703945A0A7}" type="slidenum">
              <a:rPr lang="en-US" smtClean="0"/>
              <a:t>‹#›</a:t>
            </a:fld>
            <a:endParaRPr lang="en-US"/>
          </a:p>
        </p:txBody>
      </p:sp>
      <p:sp>
        <p:nvSpPr>
          <p:cNvPr id="10" name="TextBox 9"/>
          <p:cNvSpPr txBox="1"/>
          <p:nvPr/>
        </p:nvSpPr>
        <p:spPr>
          <a:xfrm>
            <a:off x="22801735" y="16179504"/>
            <a:ext cx="1058727" cy="1682448"/>
          </a:xfrm>
          <a:prstGeom prst="rect">
            <a:avLst/>
          </a:prstGeom>
          <a:noFill/>
        </p:spPr>
        <p:txBody>
          <a:bodyPr wrap="square" lIns="0" tIns="0" rIns="0" bIns="0" rtlCol="0">
            <a:spAutoFit/>
          </a:bodyPr>
          <a:lstStyle/>
          <a:p>
            <a:r>
              <a:rPr sz="10933"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1333944" y="1097281"/>
            <a:ext cx="9875520" cy="9787739"/>
          </a:xfrm>
        </p:spPr>
        <p:txBody>
          <a:bodyPr/>
          <a:lstStyle>
            <a:lvl1pPr>
              <a:buNone/>
              <a:defRPr/>
            </a:lvl1pPr>
          </a:lstStyle>
          <a:p>
            <a:r>
              <a:rPr lang="en-US"/>
              <a:t>Drag picture to placeholder or click icon to add</a:t>
            </a:r>
            <a:endParaRPr/>
          </a:p>
        </p:txBody>
      </p:sp>
      <p:sp>
        <p:nvSpPr>
          <p:cNvPr id="15" name="Picture Placeholder 12"/>
          <p:cNvSpPr>
            <a:spLocks noGrp="1"/>
          </p:cNvSpPr>
          <p:nvPr>
            <p:ph type="pic" sz="quarter" idx="14"/>
          </p:nvPr>
        </p:nvSpPr>
        <p:spPr>
          <a:xfrm>
            <a:off x="11811000" y="1097281"/>
            <a:ext cx="9875520" cy="9787739"/>
          </a:xfrm>
        </p:spPr>
        <p:txBody>
          <a:bodyPr/>
          <a:lstStyle>
            <a:lvl1pPr>
              <a:buNone/>
              <a:defRPr/>
            </a:lvl1pPr>
          </a:lstStyle>
          <a:p>
            <a:r>
              <a:rPr lang="en-US"/>
              <a:t>Drag picture to placeholder or click icon to add</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39200865" y="1356356"/>
            <a:ext cx="3291840" cy="768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9" name="TextBox 8"/>
          <p:cNvSpPr txBox="1"/>
          <p:nvPr/>
        </p:nvSpPr>
        <p:spPr>
          <a:xfrm>
            <a:off x="1071292" y="1097282"/>
            <a:ext cx="1252363" cy="2544223"/>
          </a:xfrm>
          <a:prstGeom prst="rect">
            <a:avLst/>
          </a:prstGeom>
          <a:noFill/>
        </p:spPr>
        <p:txBody>
          <a:bodyPr wrap="square" lIns="0" tIns="0" rIns="0" bIns="0" rtlCol="0">
            <a:spAutoFit/>
          </a:bodyPr>
          <a:lstStyle/>
          <a:p>
            <a:r>
              <a:rPr sz="16533"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D728701E-CAF4-4159-9B3E-41C86DFFA30D}" type="datetimeFigureOut">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2F1D00-BD13-4404-86B0-79703945A0A7}"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39200865" y="1356353"/>
            <a:ext cx="3291840" cy="14506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7961" tIns="208980" rIns="417961" bIns="208980" rtlCol="0" anchor="ctr"/>
          <a:lstStyle/>
          <a:p>
            <a:pPr algn="ctr"/>
            <a:endParaRPr sz="11386"/>
          </a:p>
        </p:txBody>
      </p:sp>
      <p:sp>
        <p:nvSpPr>
          <p:cNvPr id="2" name="Vertical Title 1"/>
          <p:cNvSpPr>
            <a:spLocks noGrp="1"/>
          </p:cNvSpPr>
          <p:nvPr>
            <p:ph type="title" orient="vert"/>
          </p:nvPr>
        </p:nvSpPr>
        <p:spPr>
          <a:xfrm>
            <a:off x="38379707" y="4582763"/>
            <a:ext cx="3270327" cy="24822827"/>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2194560" y="4602031"/>
            <a:ext cx="32918400" cy="24887372"/>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D728701E-CAF4-4159-9B3E-41C86DFFA30D}" type="datetimeFigureOut">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2F1D00-BD13-4404-86B0-79703945A0A7}" type="slidenum">
              <a:rPr lang="en-US" smtClean="0"/>
              <a:t>‹#›</a:t>
            </a:fld>
            <a:endParaRPr lang="en-US"/>
          </a:p>
        </p:txBody>
      </p:sp>
      <p:sp>
        <p:nvSpPr>
          <p:cNvPr id="9" name="TextBox 8"/>
          <p:cNvSpPr txBox="1"/>
          <p:nvPr/>
        </p:nvSpPr>
        <p:spPr>
          <a:xfrm rot="16200000">
            <a:off x="41246935" y="2753491"/>
            <a:ext cx="1252364" cy="2544223"/>
          </a:xfrm>
          <a:prstGeom prst="rect">
            <a:avLst/>
          </a:prstGeom>
          <a:noFill/>
        </p:spPr>
        <p:txBody>
          <a:bodyPr wrap="square" lIns="0" tIns="0" rIns="0" bIns="0" rtlCol="0">
            <a:spAutoFit/>
          </a:bodyPr>
          <a:lstStyle/>
          <a:p>
            <a:r>
              <a:rPr sz="16533"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92679" y="2323652"/>
            <a:ext cx="36270303" cy="5357309"/>
          </a:xfrm>
          <a:prstGeom prst="rect">
            <a:avLst/>
          </a:prstGeom>
        </p:spPr>
        <p:txBody>
          <a:bodyPr vert="horz" lIns="313471" tIns="156735" rIns="313471" bIns="156735"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2392679" y="9509764"/>
            <a:ext cx="36270303" cy="19895822"/>
          </a:xfrm>
          <a:prstGeom prst="rect">
            <a:avLst/>
          </a:prstGeom>
        </p:spPr>
        <p:txBody>
          <a:bodyPr vert="horz" lIns="313471" tIns="156735" rIns="313471" bIns="15673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32617185" y="30833210"/>
            <a:ext cx="10241280" cy="1752600"/>
          </a:xfrm>
          <a:prstGeom prst="rect">
            <a:avLst/>
          </a:prstGeom>
        </p:spPr>
        <p:txBody>
          <a:bodyPr vert="horz" lIns="313471" tIns="156735" rIns="313471" bIns="156735" rtlCol="0" anchor="ctr"/>
          <a:lstStyle>
            <a:lvl1pPr algn="r">
              <a:defRPr sz="5067">
                <a:solidFill>
                  <a:schemeClr val="tx1">
                    <a:lumMod val="65000"/>
                    <a:lumOff val="35000"/>
                  </a:schemeClr>
                </a:solidFill>
              </a:defRPr>
            </a:lvl1pPr>
          </a:lstStyle>
          <a:p>
            <a:fld id="{D728701E-CAF4-4159-9B3E-41C86DFFA30D}" type="datetimeFigureOut">
              <a:rPr lang="en-US" smtClean="0"/>
              <a:t>3/29/2024</a:t>
            </a:fld>
            <a:endParaRPr lang="en-US"/>
          </a:p>
        </p:txBody>
      </p:sp>
      <p:sp>
        <p:nvSpPr>
          <p:cNvPr id="5" name="Footer Placeholder 4"/>
          <p:cNvSpPr>
            <a:spLocks noGrp="1"/>
          </p:cNvSpPr>
          <p:nvPr>
            <p:ph type="ftr" sz="quarter" idx="3"/>
          </p:nvPr>
        </p:nvSpPr>
        <p:spPr>
          <a:xfrm>
            <a:off x="968189" y="30833210"/>
            <a:ext cx="29389891" cy="1752600"/>
          </a:xfrm>
          <a:prstGeom prst="rect">
            <a:avLst/>
          </a:prstGeom>
        </p:spPr>
        <p:txBody>
          <a:bodyPr vert="horz" lIns="313471" tIns="156735" rIns="313471" bIns="156735" rtlCol="0" anchor="ctr"/>
          <a:lstStyle>
            <a:lvl1pPr algn="l">
              <a:defRPr sz="5067">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39867842" y="1162727"/>
            <a:ext cx="2659383" cy="1752600"/>
          </a:xfrm>
          <a:prstGeom prst="rect">
            <a:avLst/>
          </a:prstGeom>
        </p:spPr>
        <p:txBody>
          <a:bodyPr vert="horz" lIns="313471" tIns="156735" rIns="313471" bIns="156735" rtlCol="0" anchor="ctr"/>
          <a:lstStyle>
            <a:lvl1pPr algn="r">
              <a:defRPr sz="6400">
                <a:solidFill>
                  <a:schemeClr val="bg1"/>
                </a:solidFill>
              </a:defRPr>
            </a:lvl1pPr>
          </a:lstStyle>
          <a:p>
            <a:fld id="{162F1D00-BD13-4404-86B0-79703945A0A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4179509" rtl="0" eaLnBrk="1" latinLnBrk="0" hangingPunct="1">
        <a:spcBef>
          <a:spcPct val="0"/>
        </a:spcBef>
        <a:buNone/>
        <a:defRPr sz="16533" b="0" kern="1200">
          <a:solidFill>
            <a:schemeClr val="accent1"/>
          </a:solidFill>
          <a:latin typeface="+mj-lt"/>
          <a:ea typeface="+mj-ea"/>
          <a:cs typeface="+mj-cs"/>
        </a:defRPr>
      </a:lvl1pPr>
    </p:titleStyle>
    <p:bodyStyle>
      <a:lvl1pPr marL="1044877" indent="-1044877" algn="l" defTabSz="4179509" rtl="0" eaLnBrk="1" latinLnBrk="0" hangingPunct="1">
        <a:spcBef>
          <a:spcPts val="9141"/>
        </a:spcBef>
        <a:buClr>
          <a:schemeClr val="accent1"/>
        </a:buClr>
        <a:buSzPct val="75000"/>
        <a:buFont typeface="Wingdings" pitchFamily="2" charset="2"/>
        <a:buChar char="n"/>
        <a:defRPr sz="9200" kern="1200">
          <a:solidFill>
            <a:schemeClr val="tx1">
              <a:lumMod val="65000"/>
              <a:lumOff val="35000"/>
            </a:schemeClr>
          </a:solidFill>
          <a:latin typeface="+mn-lt"/>
          <a:ea typeface="+mn-ea"/>
          <a:cs typeface="+mn-cs"/>
        </a:defRPr>
      </a:lvl1pPr>
      <a:lvl2pPr marL="2089754" indent="-1044877" algn="l" defTabSz="4179509" rtl="0" eaLnBrk="1" latinLnBrk="0" hangingPunct="1">
        <a:spcBef>
          <a:spcPts val="2743"/>
        </a:spcBef>
        <a:buClr>
          <a:schemeClr val="accent1">
            <a:lumMod val="60000"/>
            <a:lumOff val="40000"/>
          </a:schemeClr>
        </a:buClr>
        <a:buSzPct val="75000"/>
        <a:buFont typeface="Wingdings" pitchFamily="2" charset="2"/>
        <a:buChar char="n"/>
        <a:defRPr sz="8133" kern="1200">
          <a:solidFill>
            <a:schemeClr val="tx1">
              <a:lumMod val="65000"/>
              <a:lumOff val="35000"/>
            </a:schemeClr>
          </a:solidFill>
          <a:latin typeface="+mn-lt"/>
          <a:ea typeface="+mn-ea"/>
          <a:cs typeface="+mn-cs"/>
        </a:defRPr>
      </a:lvl2pPr>
      <a:lvl3pPr marL="3134631" indent="-1044877" algn="l" defTabSz="4179509" rtl="0" eaLnBrk="1" latinLnBrk="0" hangingPunct="1">
        <a:spcBef>
          <a:spcPts val="2743"/>
        </a:spcBef>
        <a:buClr>
          <a:schemeClr val="accent1"/>
        </a:buClr>
        <a:buSzPct val="75000"/>
        <a:buFont typeface="Wingdings" pitchFamily="2" charset="2"/>
        <a:buChar char="n"/>
        <a:defRPr sz="8133" kern="1200">
          <a:solidFill>
            <a:schemeClr val="tx1">
              <a:lumMod val="65000"/>
              <a:lumOff val="35000"/>
            </a:schemeClr>
          </a:solidFill>
          <a:latin typeface="+mn-lt"/>
          <a:ea typeface="+mn-ea"/>
          <a:cs typeface="+mn-cs"/>
        </a:defRPr>
      </a:lvl3pPr>
      <a:lvl4pPr marL="4179509" indent="-1044877" algn="l" defTabSz="4179509" rtl="0" eaLnBrk="1" latinLnBrk="0" hangingPunct="1">
        <a:spcBef>
          <a:spcPts val="2743"/>
        </a:spcBef>
        <a:buClr>
          <a:schemeClr val="accent1">
            <a:lumMod val="60000"/>
            <a:lumOff val="40000"/>
          </a:schemeClr>
        </a:buClr>
        <a:buSzPct val="75000"/>
        <a:buFont typeface="Wingdings" pitchFamily="2" charset="2"/>
        <a:buChar char="n"/>
        <a:defRPr sz="8133" kern="1200">
          <a:solidFill>
            <a:schemeClr val="tx1">
              <a:lumMod val="65000"/>
              <a:lumOff val="35000"/>
            </a:schemeClr>
          </a:solidFill>
          <a:latin typeface="+mn-lt"/>
          <a:ea typeface="+mn-ea"/>
          <a:cs typeface="+mn-cs"/>
        </a:defRPr>
      </a:lvl4pPr>
      <a:lvl5pPr marL="5224385" indent="-1044877" algn="l" defTabSz="4179509" rtl="0" eaLnBrk="1" latinLnBrk="0" hangingPunct="1">
        <a:spcBef>
          <a:spcPts val="2743"/>
        </a:spcBef>
        <a:buClr>
          <a:schemeClr val="accent1"/>
        </a:buClr>
        <a:buSzPct val="75000"/>
        <a:buFont typeface="Wingdings" pitchFamily="2" charset="2"/>
        <a:buChar char="n"/>
        <a:defRPr sz="8133" kern="1200">
          <a:solidFill>
            <a:schemeClr val="tx1">
              <a:lumMod val="65000"/>
              <a:lumOff val="35000"/>
            </a:schemeClr>
          </a:solidFill>
          <a:latin typeface="+mn-lt"/>
          <a:ea typeface="+mn-ea"/>
          <a:cs typeface="+mn-cs"/>
        </a:defRPr>
      </a:lvl5pPr>
      <a:lvl6pPr marL="6298287" indent="-1044877" algn="l" defTabSz="4179509" rtl="0" eaLnBrk="1" latinLnBrk="0" hangingPunct="1">
        <a:spcBef>
          <a:spcPct val="20000"/>
        </a:spcBef>
        <a:buClr>
          <a:schemeClr val="accent1">
            <a:lumMod val="60000"/>
            <a:lumOff val="40000"/>
          </a:schemeClr>
        </a:buClr>
        <a:buSzPct val="75000"/>
        <a:buFont typeface="Wingdings" pitchFamily="2" charset="2"/>
        <a:buChar char=""/>
        <a:defRPr lang="en-US" sz="8133" kern="1200" dirty="0" smtClean="0">
          <a:solidFill>
            <a:schemeClr val="tx1">
              <a:lumMod val="65000"/>
              <a:lumOff val="35000"/>
            </a:schemeClr>
          </a:solidFill>
          <a:latin typeface="+mn-lt"/>
          <a:ea typeface="+mn-ea"/>
          <a:cs typeface="+mn-cs"/>
        </a:defRPr>
      </a:lvl6pPr>
      <a:lvl7pPr marL="7328651" indent="-1044877" algn="l" defTabSz="4179509" rtl="0" eaLnBrk="1" latinLnBrk="0" hangingPunct="1">
        <a:spcBef>
          <a:spcPct val="20000"/>
        </a:spcBef>
        <a:buClr>
          <a:schemeClr val="accent1"/>
        </a:buClr>
        <a:buSzPct val="75000"/>
        <a:buFont typeface="Wingdings" pitchFamily="2" charset="2"/>
        <a:buChar char=""/>
        <a:defRPr lang="en-US" sz="8133" kern="1200" baseline="0" dirty="0" smtClean="0">
          <a:solidFill>
            <a:schemeClr val="tx1">
              <a:lumMod val="65000"/>
              <a:lumOff val="35000"/>
            </a:schemeClr>
          </a:solidFill>
          <a:latin typeface="+mn-lt"/>
          <a:ea typeface="+mn-ea"/>
          <a:cs typeface="+mn-cs"/>
        </a:defRPr>
      </a:lvl7pPr>
      <a:lvl8pPr marL="8366275" indent="-1044877" algn="l" defTabSz="4179509" rtl="0" eaLnBrk="1" latinLnBrk="0" hangingPunct="1">
        <a:spcBef>
          <a:spcPct val="20000"/>
        </a:spcBef>
        <a:buClr>
          <a:schemeClr val="accent1">
            <a:lumMod val="60000"/>
            <a:lumOff val="40000"/>
          </a:schemeClr>
        </a:buClr>
        <a:buSzPct val="75000"/>
        <a:buFont typeface="Wingdings" pitchFamily="2" charset="2"/>
        <a:buChar char=""/>
        <a:defRPr lang="en-US" sz="8133" kern="1200" baseline="0" dirty="0" smtClean="0">
          <a:solidFill>
            <a:schemeClr val="tx1">
              <a:lumMod val="65000"/>
              <a:lumOff val="35000"/>
            </a:schemeClr>
          </a:solidFill>
          <a:latin typeface="+mn-lt"/>
          <a:ea typeface="+mn-ea"/>
          <a:cs typeface="+mn-cs"/>
        </a:defRPr>
      </a:lvl8pPr>
      <a:lvl9pPr marL="9403893" indent="-1044877" algn="l" defTabSz="4179509" rtl="0" eaLnBrk="1" latinLnBrk="0" hangingPunct="1">
        <a:spcBef>
          <a:spcPct val="20000"/>
        </a:spcBef>
        <a:buClr>
          <a:schemeClr val="accent1"/>
        </a:buClr>
        <a:buSzPct val="75000"/>
        <a:buFont typeface="Wingdings" pitchFamily="2" charset="2"/>
        <a:buChar char=""/>
        <a:defRPr lang="en-US" sz="8133" kern="1200" baseline="0" dirty="0">
          <a:solidFill>
            <a:schemeClr val="tx1">
              <a:lumMod val="65000"/>
              <a:lumOff val="35000"/>
            </a:schemeClr>
          </a:solidFill>
          <a:latin typeface="+mn-lt"/>
          <a:ea typeface="+mn-ea"/>
          <a:cs typeface="+mn-cs"/>
        </a:defRPr>
      </a:lvl9pPr>
    </p:bodyStyle>
    <p:otherStyle>
      <a:defPPr>
        <a:defRPr/>
      </a:defPPr>
      <a:lvl1pPr marL="0" algn="l" defTabSz="4179509" rtl="0" eaLnBrk="1" latinLnBrk="0" hangingPunct="1">
        <a:defRPr sz="8133" kern="1200">
          <a:solidFill>
            <a:schemeClr val="tx1"/>
          </a:solidFill>
          <a:latin typeface="+mn-lt"/>
          <a:ea typeface="+mn-ea"/>
          <a:cs typeface="+mn-cs"/>
        </a:defRPr>
      </a:lvl1pPr>
      <a:lvl2pPr marL="2089754" algn="l" defTabSz="4179509" rtl="0" eaLnBrk="1" latinLnBrk="0" hangingPunct="1">
        <a:defRPr sz="8133" kern="1200">
          <a:solidFill>
            <a:schemeClr val="tx1"/>
          </a:solidFill>
          <a:latin typeface="+mn-lt"/>
          <a:ea typeface="+mn-ea"/>
          <a:cs typeface="+mn-cs"/>
        </a:defRPr>
      </a:lvl2pPr>
      <a:lvl3pPr marL="4179509" algn="l" defTabSz="4179509" rtl="0" eaLnBrk="1" latinLnBrk="0" hangingPunct="1">
        <a:defRPr sz="8133" kern="1200">
          <a:solidFill>
            <a:schemeClr val="tx1"/>
          </a:solidFill>
          <a:latin typeface="+mn-lt"/>
          <a:ea typeface="+mn-ea"/>
          <a:cs typeface="+mn-cs"/>
        </a:defRPr>
      </a:lvl3pPr>
      <a:lvl4pPr marL="6269262" algn="l" defTabSz="4179509" rtl="0" eaLnBrk="1" latinLnBrk="0" hangingPunct="1">
        <a:defRPr sz="8133" kern="1200">
          <a:solidFill>
            <a:schemeClr val="tx1"/>
          </a:solidFill>
          <a:latin typeface="+mn-lt"/>
          <a:ea typeface="+mn-ea"/>
          <a:cs typeface="+mn-cs"/>
        </a:defRPr>
      </a:lvl4pPr>
      <a:lvl5pPr marL="8359016" algn="l" defTabSz="4179509" rtl="0" eaLnBrk="1" latinLnBrk="0" hangingPunct="1">
        <a:defRPr sz="8133" kern="1200">
          <a:solidFill>
            <a:schemeClr val="tx1"/>
          </a:solidFill>
          <a:latin typeface="+mn-lt"/>
          <a:ea typeface="+mn-ea"/>
          <a:cs typeface="+mn-cs"/>
        </a:defRPr>
      </a:lvl5pPr>
      <a:lvl6pPr marL="10448771" algn="l" defTabSz="4179509" rtl="0" eaLnBrk="1" latinLnBrk="0" hangingPunct="1">
        <a:defRPr sz="8133" kern="1200">
          <a:solidFill>
            <a:schemeClr val="tx1"/>
          </a:solidFill>
          <a:latin typeface="+mn-lt"/>
          <a:ea typeface="+mn-ea"/>
          <a:cs typeface="+mn-cs"/>
        </a:defRPr>
      </a:lvl6pPr>
      <a:lvl7pPr marL="12538525" algn="l" defTabSz="4179509" rtl="0" eaLnBrk="1" latinLnBrk="0" hangingPunct="1">
        <a:defRPr sz="8133" kern="1200">
          <a:solidFill>
            <a:schemeClr val="tx1"/>
          </a:solidFill>
          <a:latin typeface="+mn-lt"/>
          <a:ea typeface="+mn-ea"/>
          <a:cs typeface="+mn-cs"/>
        </a:defRPr>
      </a:lvl7pPr>
      <a:lvl8pPr marL="14628278" algn="l" defTabSz="4179509" rtl="0" eaLnBrk="1" latinLnBrk="0" hangingPunct="1">
        <a:defRPr sz="8133" kern="1200">
          <a:solidFill>
            <a:schemeClr val="tx1"/>
          </a:solidFill>
          <a:latin typeface="+mn-lt"/>
          <a:ea typeface="+mn-ea"/>
          <a:cs typeface="+mn-cs"/>
        </a:defRPr>
      </a:lvl8pPr>
      <a:lvl9pPr marL="16718033" algn="l" defTabSz="4179509" rtl="0" eaLnBrk="1" latinLnBrk="0" hangingPunct="1">
        <a:defRPr sz="81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emf"/><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351DDD5-5D38-711D-E157-04C1A09DF62E}"/>
              </a:ext>
            </a:extLst>
          </p:cNvPr>
          <p:cNvSpPr/>
          <p:nvPr/>
        </p:nvSpPr>
        <p:spPr>
          <a:xfrm>
            <a:off x="1095947" y="6909610"/>
            <a:ext cx="41583892" cy="3281674"/>
          </a:xfrm>
          <a:prstGeom prst="rect">
            <a:avLst/>
          </a:prstGeom>
          <a:solidFill>
            <a:schemeClr val="accent4">
              <a:lumMod val="60000"/>
              <a:lumOff val="40000"/>
            </a:schemeClr>
          </a:solidFill>
          <a:ln>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noFill/>
            </a:endParaRPr>
          </a:p>
        </p:txBody>
      </p:sp>
      <p:sp>
        <p:nvSpPr>
          <p:cNvPr id="7" name="Title 1"/>
          <p:cNvSpPr txBox="1">
            <a:spLocks/>
          </p:cNvSpPr>
          <p:nvPr/>
        </p:nvSpPr>
        <p:spPr>
          <a:xfrm>
            <a:off x="943052" y="1739188"/>
            <a:ext cx="29650024" cy="3300301"/>
          </a:xfrm>
          <a:prstGeom prst="rect">
            <a:avLst/>
          </a:prstGeom>
        </p:spPr>
        <p:txBody>
          <a:bodyPr vert="horz" lIns="417961" tIns="208980" rIns="417961" bIns="208980" rtlCol="0" anchor="t" anchorCtr="0">
            <a:normAutofit fontScale="92500" lnSpcReduction="10000"/>
          </a:bodyPr>
          <a:lstStyle>
            <a:lvl1pPr algn="l" defTabSz="4389120" rtl="0" eaLnBrk="1" latinLnBrk="0" hangingPunct="1">
              <a:spcBef>
                <a:spcPct val="0"/>
              </a:spcBef>
              <a:buNone/>
              <a:defRPr sz="17300" b="0" kern="1200">
                <a:solidFill>
                  <a:schemeClr val="accent1"/>
                </a:solidFill>
                <a:latin typeface="+mj-lt"/>
                <a:ea typeface="+mj-ea"/>
                <a:cs typeface="+mj-cs"/>
              </a:defRPr>
            </a:lvl1pPr>
          </a:lstStyle>
          <a:p>
            <a:r>
              <a:rPr lang="en-US" sz="10666">
                <a:solidFill>
                  <a:schemeClr val="accent4">
                    <a:lumMod val="50000"/>
                  </a:schemeClr>
                </a:solidFill>
              </a:rPr>
              <a:t>Green Infrastructure and Urban Heat: Evaluating Tradeoffs Across Climate</a:t>
            </a:r>
          </a:p>
        </p:txBody>
      </p:sp>
      <p:sp>
        <p:nvSpPr>
          <p:cNvPr id="8" name="Subtitle 2"/>
          <p:cNvSpPr txBox="1">
            <a:spLocks/>
          </p:cNvSpPr>
          <p:nvPr/>
        </p:nvSpPr>
        <p:spPr>
          <a:xfrm>
            <a:off x="943052" y="4699774"/>
            <a:ext cx="41034491" cy="1364695"/>
          </a:xfrm>
          <a:prstGeom prst="rect">
            <a:avLst/>
          </a:prstGeom>
        </p:spPr>
        <p:txBody>
          <a:bodyPr vert="horz" lIns="417961" tIns="208980" rIns="417961" bIns="208980" rtlCol="0">
            <a:normAutofit/>
          </a:bodyPr>
          <a:lstStyle>
            <a:lvl1pPr marL="1097280" indent="-1097280" algn="l" defTabSz="4389120" rtl="0" eaLnBrk="1" latinLnBrk="0" hangingPunct="1">
              <a:spcBef>
                <a:spcPts val="9600"/>
              </a:spcBef>
              <a:buClr>
                <a:schemeClr val="accent1"/>
              </a:buClr>
              <a:buSzPct val="75000"/>
              <a:buFont typeface="Wingdings" pitchFamily="2" charset="2"/>
              <a:buChar char="n"/>
              <a:defRPr sz="9600" kern="1200">
                <a:solidFill>
                  <a:schemeClr val="tx1">
                    <a:lumMod val="65000"/>
                    <a:lumOff val="35000"/>
                  </a:schemeClr>
                </a:solidFill>
                <a:latin typeface="+mn-lt"/>
                <a:ea typeface="+mn-ea"/>
                <a:cs typeface="+mn-cs"/>
              </a:defRPr>
            </a:lvl1pPr>
            <a:lvl2pPr marL="2194560" indent="-1097280" algn="l" defTabSz="4389120" rtl="0" eaLnBrk="1" latinLnBrk="0" hangingPunct="1">
              <a:spcBef>
                <a:spcPts val="2880"/>
              </a:spcBef>
              <a:buClr>
                <a:schemeClr val="accent1">
                  <a:lumMod val="60000"/>
                  <a:lumOff val="40000"/>
                </a:schemeClr>
              </a:buClr>
              <a:buSzPct val="75000"/>
              <a:buFont typeface="Wingdings" pitchFamily="2" charset="2"/>
              <a:buChar char="n"/>
              <a:defRPr sz="8600" kern="1200">
                <a:solidFill>
                  <a:schemeClr val="tx1">
                    <a:lumMod val="65000"/>
                    <a:lumOff val="35000"/>
                  </a:schemeClr>
                </a:solidFill>
                <a:latin typeface="+mn-lt"/>
                <a:ea typeface="+mn-ea"/>
                <a:cs typeface="+mn-cs"/>
              </a:defRPr>
            </a:lvl2pPr>
            <a:lvl3pPr marL="3291840" indent="-1097280" algn="l" defTabSz="4389120" rtl="0" eaLnBrk="1" latinLnBrk="0" hangingPunct="1">
              <a:spcBef>
                <a:spcPts val="2880"/>
              </a:spcBef>
              <a:buClr>
                <a:schemeClr val="accent1"/>
              </a:buClr>
              <a:buSzPct val="75000"/>
              <a:buFont typeface="Wingdings" pitchFamily="2" charset="2"/>
              <a:buChar char="n"/>
              <a:defRPr sz="8600" kern="1200">
                <a:solidFill>
                  <a:schemeClr val="tx1">
                    <a:lumMod val="65000"/>
                    <a:lumOff val="35000"/>
                  </a:schemeClr>
                </a:solidFill>
                <a:latin typeface="+mn-lt"/>
                <a:ea typeface="+mn-ea"/>
                <a:cs typeface="+mn-cs"/>
              </a:defRPr>
            </a:lvl3pPr>
            <a:lvl4pPr marL="4389120" indent="-1097280" algn="l" defTabSz="4389120" rtl="0" eaLnBrk="1" latinLnBrk="0" hangingPunct="1">
              <a:spcBef>
                <a:spcPts val="2880"/>
              </a:spcBef>
              <a:buClr>
                <a:schemeClr val="accent1">
                  <a:lumMod val="60000"/>
                  <a:lumOff val="40000"/>
                </a:schemeClr>
              </a:buClr>
              <a:buSzPct val="75000"/>
              <a:buFont typeface="Wingdings" pitchFamily="2" charset="2"/>
              <a:buChar char="n"/>
              <a:defRPr sz="8600" kern="1200">
                <a:solidFill>
                  <a:schemeClr val="tx1">
                    <a:lumMod val="65000"/>
                    <a:lumOff val="35000"/>
                  </a:schemeClr>
                </a:solidFill>
                <a:latin typeface="+mn-lt"/>
                <a:ea typeface="+mn-ea"/>
                <a:cs typeface="+mn-cs"/>
              </a:defRPr>
            </a:lvl4pPr>
            <a:lvl5pPr marL="5486400" indent="-1097280" algn="l" defTabSz="4389120" rtl="0" eaLnBrk="1" latinLnBrk="0" hangingPunct="1">
              <a:spcBef>
                <a:spcPts val="2880"/>
              </a:spcBef>
              <a:buClr>
                <a:schemeClr val="accent1"/>
              </a:buClr>
              <a:buSzPct val="75000"/>
              <a:buFont typeface="Wingdings" pitchFamily="2" charset="2"/>
              <a:buChar char="n"/>
              <a:defRPr sz="8600" kern="1200">
                <a:solidFill>
                  <a:schemeClr val="tx1">
                    <a:lumMod val="65000"/>
                    <a:lumOff val="35000"/>
                  </a:schemeClr>
                </a:solidFill>
                <a:latin typeface="+mn-lt"/>
                <a:ea typeface="+mn-ea"/>
                <a:cs typeface="+mn-cs"/>
              </a:defRPr>
            </a:lvl5pPr>
            <a:lvl6pPr marL="6614160" indent="-1097280" algn="l" defTabSz="4389120" rtl="0" eaLnBrk="1" latinLnBrk="0" hangingPunct="1">
              <a:spcBef>
                <a:spcPct val="20000"/>
              </a:spcBef>
              <a:buClr>
                <a:schemeClr val="accent1">
                  <a:lumMod val="60000"/>
                  <a:lumOff val="40000"/>
                </a:schemeClr>
              </a:buClr>
              <a:buSzPct val="75000"/>
              <a:buFont typeface="Wingdings" pitchFamily="2" charset="2"/>
              <a:buChar char=""/>
              <a:defRPr lang="en-US" sz="8600" kern="1200" dirty="0" smtClean="0">
                <a:solidFill>
                  <a:schemeClr val="tx1">
                    <a:lumMod val="65000"/>
                    <a:lumOff val="35000"/>
                  </a:schemeClr>
                </a:solidFill>
                <a:latin typeface="+mn-lt"/>
                <a:ea typeface="+mn-ea"/>
                <a:cs typeface="+mn-cs"/>
              </a:defRPr>
            </a:lvl6pPr>
            <a:lvl7pPr marL="7696200" indent="-1097280" algn="l" defTabSz="4389120" rtl="0" eaLnBrk="1" latinLnBrk="0" hangingPunct="1">
              <a:spcBef>
                <a:spcPct val="20000"/>
              </a:spcBef>
              <a:buClr>
                <a:schemeClr val="accent1"/>
              </a:buClr>
              <a:buSzPct val="75000"/>
              <a:buFont typeface="Wingdings" pitchFamily="2" charset="2"/>
              <a:buChar char=""/>
              <a:defRPr lang="en-US" sz="8600" kern="1200" baseline="0" dirty="0" smtClean="0">
                <a:solidFill>
                  <a:schemeClr val="tx1">
                    <a:lumMod val="65000"/>
                    <a:lumOff val="35000"/>
                  </a:schemeClr>
                </a:solidFill>
                <a:latin typeface="+mn-lt"/>
                <a:ea typeface="+mn-ea"/>
                <a:cs typeface="+mn-cs"/>
              </a:defRPr>
            </a:lvl7pPr>
            <a:lvl8pPr marL="8785862" indent="-1097280" algn="l" defTabSz="4389120" rtl="0" eaLnBrk="1" latinLnBrk="0" hangingPunct="1">
              <a:spcBef>
                <a:spcPct val="20000"/>
              </a:spcBef>
              <a:buClr>
                <a:schemeClr val="accent1">
                  <a:lumMod val="60000"/>
                  <a:lumOff val="40000"/>
                </a:schemeClr>
              </a:buClr>
              <a:buSzPct val="75000"/>
              <a:buFont typeface="Wingdings" pitchFamily="2" charset="2"/>
              <a:buChar char=""/>
              <a:defRPr lang="en-US" sz="8600" kern="1200" baseline="0" dirty="0" smtClean="0">
                <a:solidFill>
                  <a:schemeClr val="tx1">
                    <a:lumMod val="65000"/>
                    <a:lumOff val="35000"/>
                  </a:schemeClr>
                </a:solidFill>
                <a:latin typeface="+mn-lt"/>
                <a:ea typeface="+mn-ea"/>
                <a:cs typeface="+mn-cs"/>
              </a:defRPr>
            </a:lvl8pPr>
            <a:lvl9pPr marL="9875520" indent="-1097280" algn="l" defTabSz="4389120" rtl="0" eaLnBrk="1" latinLnBrk="0" hangingPunct="1">
              <a:spcBef>
                <a:spcPct val="20000"/>
              </a:spcBef>
              <a:buClr>
                <a:schemeClr val="accent1"/>
              </a:buClr>
              <a:buSzPct val="75000"/>
              <a:buFont typeface="Wingdings" pitchFamily="2" charset="2"/>
              <a:buChar char=""/>
              <a:defRPr lang="en-US" sz="8600" kern="1200" baseline="0" dirty="0">
                <a:solidFill>
                  <a:schemeClr val="tx1">
                    <a:lumMod val="65000"/>
                    <a:lumOff val="35000"/>
                  </a:schemeClr>
                </a:solidFill>
                <a:latin typeface="+mn-lt"/>
                <a:ea typeface="+mn-ea"/>
                <a:cs typeface="+mn-cs"/>
              </a:defRPr>
            </a:lvl9pPr>
          </a:lstStyle>
          <a:p>
            <a:pPr marL="0" indent="0">
              <a:buNone/>
            </a:pPr>
            <a:r>
              <a:rPr lang="en-US" sz="4800"/>
              <a:t>Maya </a:t>
            </a:r>
            <a:r>
              <a:rPr lang="en-US" sz="4800" err="1"/>
              <a:t>Struzak</a:t>
            </a:r>
            <a:r>
              <a:rPr lang="en-US" sz="4800"/>
              <a:t>, Advisor: Dr. Jordyn </a:t>
            </a:r>
            <a:r>
              <a:rPr lang="en-US" sz="4800" err="1"/>
              <a:t>Wolfand</a:t>
            </a:r>
            <a:endParaRPr lang="en-US" sz="4800"/>
          </a:p>
          <a:p>
            <a:pPr marL="0" indent="0">
              <a:buNone/>
            </a:pPr>
            <a:endParaRPr lang="en-US" sz="4267"/>
          </a:p>
        </p:txBody>
      </p:sp>
      <p:grpSp>
        <p:nvGrpSpPr>
          <p:cNvPr id="56" name="Group 55"/>
          <p:cNvGrpSpPr/>
          <p:nvPr/>
        </p:nvGrpSpPr>
        <p:grpSpPr>
          <a:xfrm>
            <a:off x="1095947" y="6117001"/>
            <a:ext cx="41638292" cy="843411"/>
            <a:chOff x="996042" y="6772821"/>
            <a:chExt cx="31041030" cy="1279342"/>
          </a:xfrm>
          <a:solidFill>
            <a:schemeClr val="accent4">
              <a:lumMod val="75000"/>
            </a:schemeClr>
          </a:solidFill>
        </p:grpSpPr>
        <p:sp>
          <p:nvSpPr>
            <p:cNvPr id="13" name="Rectangle 12"/>
            <p:cNvSpPr/>
            <p:nvPr/>
          </p:nvSpPr>
          <p:spPr>
            <a:xfrm>
              <a:off x="996042" y="6772821"/>
              <a:ext cx="31041030" cy="1279342"/>
            </a:xfrm>
            <a:prstGeom prst="rect">
              <a:avLst/>
            </a:prstGeom>
            <a:grp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585216" tIns="292608" rIns="585216" bIns="292608" rtlCol="0" anchor="ctr"/>
            <a:lstStyle/>
            <a:p>
              <a:pPr algn="ctr"/>
              <a:endParaRPr sz="11386"/>
            </a:p>
          </p:txBody>
        </p:sp>
        <p:sp>
          <p:nvSpPr>
            <p:cNvPr id="3" name="TextBox 2"/>
            <p:cNvSpPr txBox="1"/>
            <p:nvPr/>
          </p:nvSpPr>
          <p:spPr>
            <a:xfrm>
              <a:off x="13667913" y="6820799"/>
              <a:ext cx="5851079" cy="1154162"/>
            </a:xfrm>
            <a:prstGeom prst="rect">
              <a:avLst/>
            </a:prstGeom>
            <a:grpFill/>
            <a:ln>
              <a:solidFill>
                <a:schemeClr val="accent4">
                  <a:lumMod val="75000"/>
                </a:schemeClr>
              </a:solidFill>
            </a:ln>
          </p:spPr>
          <p:txBody>
            <a:bodyPr wrap="square" rtlCol="0">
              <a:spAutoFit/>
            </a:bodyPr>
            <a:lstStyle/>
            <a:p>
              <a:pPr algn="ctr"/>
              <a:r>
                <a:rPr lang="en-US" sz="4400">
                  <a:solidFill>
                    <a:schemeClr val="bg1"/>
                  </a:solidFill>
                </a:rPr>
                <a:t>Background</a:t>
              </a:r>
            </a:p>
          </p:txBody>
        </p:sp>
      </p:grpSp>
      <p:pic>
        <p:nvPicPr>
          <p:cNvPr id="65" name="Picture 64"/>
          <p:cNvPicPr>
            <a:picLocks noChangeAspect="1"/>
          </p:cNvPicPr>
          <p:nvPr/>
        </p:nvPicPr>
        <p:blipFill rotWithShape="1">
          <a:blip r:embed="rId3"/>
          <a:srcRect l="74193" t="43845" r="4630" b="43412"/>
          <a:stretch/>
        </p:blipFill>
        <p:spPr>
          <a:xfrm>
            <a:off x="34299551" y="1952864"/>
            <a:ext cx="8416546" cy="3657600"/>
          </a:xfrm>
          <a:prstGeom prst="rect">
            <a:avLst/>
          </a:prstGeom>
        </p:spPr>
      </p:pic>
      <p:pic>
        <p:nvPicPr>
          <p:cNvPr id="10" name="Picture 9">
            <a:extLst>
              <a:ext uri="{FF2B5EF4-FFF2-40B4-BE49-F238E27FC236}">
                <a16:creationId xmlns:a16="http://schemas.microsoft.com/office/drawing/2014/main" id="{5CE01F8E-39D0-186D-FF56-4308841D4524}"/>
              </a:ext>
            </a:extLst>
          </p:cNvPr>
          <p:cNvPicPr>
            <a:picLocks noChangeAspect="1"/>
          </p:cNvPicPr>
          <p:nvPr/>
        </p:nvPicPr>
        <p:blipFill rotWithShape="1">
          <a:blip r:embed="rId4"/>
          <a:srcRect t="3157" r="1832" b="3056"/>
          <a:stretch/>
        </p:blipFill>
        <p:spPr>
          <a:xfrm>
            <a:off x="17796382" y="17165098"/>
            <a:ext cx="12397301" cy="7525594"/>
          </a:xfrm>
          <a:prstGeom prst="rect">
            <a:avLst/>
          </a:prstGeom>
        </p:spPr>
      </p:pic>
      <p:pic>
        <p:nvPicPr>
          <p:cNvPr id="11" name="Picture 10">
            <a:extLst>
              <a:ext uri="{FF2B5EF4-FFF2-40B4-BE49-F238E27FC236}">
                <a16:creationId xmlns:a16="http://schemas.microsoft.com/office/drawing/2014/main" id="{3EFCA1F6-625D-3759-48BF-02505B2B2905}"/>
              </a:ext>
            </a:extLst>
          </p:cNvPr>
          <p:cNvPicPr>
            <a:picLocks noChangeAspect="1"/>
          </p:cNvPicPr>
          <p:nvPr/>
        </p:nvPicPr>
        <p:blipFill rotWithShape="1">
          <a:blip r:embed="rId5"/>
          <a:srcRect t="377" r="3039"/>
          <a:stretch/>
        </p:blipFill>
        <p:spPr>
          <a:xfrm>
            <a:off x="1454872" y="10909614"/>
            <a:ext cx="14604258" cy="9925431"/>
          </a:xfrm>
          <a:prstGeom prst="rect">
            <a:avLst/>
          </a:prstGeom>
        </p:spPr>
      </p:pic>
      <p:sp>
        <p:nvSpPr>
          <p:cNvPr id="16" name="TextBox 15">
            <a:extLst>
              <a:ext uri="{FF2B5EF4-FFF2-40B4-BE49-F238E27FC236}">
                <a16:creationId xmlns:a16="http://schemas.microsoft.com/office/drawing/2014/main" id="{AB766C07-2062-670F-6179-83B0C6EFACB0}"/>
              </a:ext>
            </a:extLst>
          </p:cNvPr>
          <p:cNvSpPr txBox="1"/>
          <p:nvPr/>
        </p:nvSpPr>
        <p:spPr>
          <a:xfrm>
            <a:off x="12560323" y="19928770"/>
            <a:ext cx="3207741" cy="400110"/>
          </a:xfrm>
          <a:prstGeom prst="rect">
            <a:avLst/>
          </a:prstGeom>
          <a:noFill/>
        </p:spPr>
        <p:txBody>
          <a:bodyPr wrap="square" rtlCol="0">
            <a:spAutoFit/>
          </a:bodyPr>
          <a:lstStyle/>
          <a:p>
            <a:r>
              <a:rPr lang="en-US" sz="2000"/>
              <a:t>via Iowa State University</a:t>
            </a:r>
          </a:p>
        </p:txBody>
      </p:sp>
      <p:sp>
        <p:nvSpPr>
          <p:cNvPr id="17" name="TextBox 16">
            <a:extLst>
              <a:ext uri="{FF2B5EF4-FFF2-40B4-BE49-F238E27FC236}">
                <a16:creationId xmlns:a16="http://schemas.microsoft.com/office/drawing/2014/main" id="{EF0F0500-0E34-C4ED-F334-DFD903EAD8E5}"/>
              </a:ext>
            </a:extLst>
          </p:cNvPr>
          <p:cNvSpPr txBox="1"/>
          <p:nvPr/>
        </p:nvSpPr>
        <p:spPr>
          <a:xfrm>
            <a:off x="17302781" y="20639103"/>
            <a:ext cx="492443" cy="4011651"/>
          </a:xfrm>
          <a:prstGeom prst="rect">
            <a:avLst/>
          </a:prstGeom>
          <a:noFill/>
        </p:spPr>
        <p:txBody>
          <a:bodyPr vert="vert270" wrap="square" rtlCol="0">
            <a:spAutoFit/>
          </a:bodyPr>
          <a:lstStyle/>
          <a:p>
            <a:r>
              <a:rPr lang="en-US" sz="2000"/>
              <a:t>via Pavement Technology Inc.</a:t>
            </a:r>
          </a:p>
        </p:txBody>
      </p:sp>
      <p:pic>
        <p:nvPicPr>
          <p:cNvPr id="18" name="Picture 17">
            <a:extLst>
              <a:ext uri="{FF2B5EF4-FFF2-40B4-BE49-F238E27FC236}">
                <a16:creationId xmlns:a16="http://schemas.microsoft.com/office/drawing/2014/main" id="{CABD087E-C049-2C18-A534-2DD9E21C03DC}"/>
              </a:ext>
            </a:extLst>
          </p:cNvPr>
          <p:cNvPicPr>
            <a:picLocks noChangeAspect="1"/>
          </p:cNvPicPr>
          <p:nvPr/>
        </p:nvPicPr>
        <p:blipFill rotWithShape="1">
          <a:blip r:embed="rId6"/>
          <a:srcRect l="20670" t="1621" r="28068" b="-1"/>
          <a:stretch/>
        </p:blipFill>
        <p:spPr>
          <a:xfrm>
            <a:off x="1501504" y="25364583"/>
            <a:ext cx="5001504" cy="5999233"/>
          </a:xfrm>
          <a:prstGeom prst="rect">
            <a:avLst/>
          </a:prstGeom>
        </p:spPr>
      </p:pic>
      <p:sp>
        <p:nvSpPr>
          <p:cNvPr id="20" name="TextBox 19">
            <a:extLst>
              <a:ext uri="{FF2B5EF4-FFF2-40B4-BE49-F238E27FC236}">
                <a16:creationId xmlns:a16="http://schemas.microsoft.com/office/drawing/2014/main" id="{F965DA96-8E88-212B-5CAB-A8DBBD1B86BF}"/>
              </a:ext>
            </a:extLst>
          </p:cNvPr>
          <p:cNvSpPr txBox="1"/>
          <p:nvPr/>
        </p:nvSpPr>
        <p:spPr>
          <a:xfrm>
            <a:off x="6647741" y="31355247"/>
            <a:ext cx="4706930" cy="707886"/>
          </a:xfrm>
          <a:prstGeom prst="rect">
            <a:avLst/>
          </a:prstGeom>
          <a:noFill/>
        </p:spPr>
        <p:txBody>
          <a:bodyPr wrap="square" rtlCol="0">
            <a:spAutoFit/>
          </a:bodyPr>
          <a:lstStyle/>
          <a:p>
            <a:r>
              <a:rPr lang="en-US" sz="2000"/>
              <a:t>Bioretention planters via City of Portland</a:t>
            </a:r>
          </a:p>
        </p:txBody>
      </p:sp>
      <p:pic>
        <p:nvPicPr>
          <p:cNvPr id="21" name="Picture 20">
            <a:extLst>
              <a:ext uri="{FF2B5EF4-FFF2-40B4-BE49-F238E27FC236}">
                <a16:creationId xmlns:a16="http://schemas.microsoft.com/office/drawing/2014/main" id="{41874E79-0108-600A-9A10-753D6077A466}"/>
              </a:ext>
            </a:extLst>
          </p:cNvPr>
          <p:cNvPicPr>
            <a:picLocks noChangeAspect="1"/>
          </p:cNvPicPr>
          <p:nvPr/>
        </p:nvPicPr>
        <p:blipFill rotWithShape="1">
          <a:blip r:embed="rId7"/>
          <a:srcRect l="14592" t="-35" r="12523" b="1430"/>
          <a:stretch/>
        </p:blipFill>
        <p:spPr>
          <a:xfrm>
            <a:off x="6647741" y="25364583"/>
            <a:ext cx="4706930" cy="5999233"/>
          </a:xfrm>
          <a:prstGeom prst="rect">
            <a:avLst/>
          </a:prstGeom>
        </p:spPr>
      </p:pic>
      <p:pic>
        <p:nvPicPr>
          <p:cNvPr id="23" name="Picture 22">
            <a:extLst>
              <a:ext uri="{FF2B5EF4-FFF2-40B4-BE49-F238E27FC236}">
                <a16:creationId xmlns:a16="http://schemas.microsoft.com/office/drawing/2014/main" id="{A53BFB39-7F5A-8BEE-C631-26E06E546054}"/>
              </a:ext>
            </a:extLst>
          </p:cNvPr>
          <p:cNvPicPr>
            <a:picLocks noChangeAspect="1"/>
          </p:cNvPicPr>
          <p:nvPr/>
        </p:nvPicPr>
        <p:blipFill rotWithShape="1">
          <a:blip r:embed="rId8"/>
          <a:srcRect l="30941" t="531" r="7288"/>
          <a:stretch/>
        </p:blipFill>
        <p:spPr>
          <a:xfrm>
            <a:off x="11476685" y="25364583"/>
            <a:ext cx="4949917" cy="5978182"/>
          </a:xfrm>
          <a:prstGeom prst="rect">
            <a:avLst/>
          </a:prstGeom>
        </p:spPr>
      </p:pic>
      <p:sp>
        <p:nvSpPr>
          <p:cNvPr id="27" name="TextBox 26">
            <a:extLst>
              <a:ext uri="{FF2B5EF4-FFF2-40B4-BE49-F238E27FC236}">
                <a16:creationId xmlns:a16="http://schemas.microsoft.com/office/drawing/2014/main" id="{5A0EED13-499D-157B-0407-DAF6FFAB9A28}"/>
              </a:ext>
            </a:extLst>
          </p:cNvPr>
          <p:cNvSpPr txBox="1"/>
          <p:nvPr/>
        </p:nvSpPr>
        <p:spPr>
          <a:xfrm>
            <a:off x="11621513" y="31368136"/>
            <a:ext cx="4749638" cy="707886"/>
          </a:xfrm>
          <a:prstGeom prst="rect">
            <a:avLst/>
          </a:prstGeom>
          <a:noFill/>
        </p:spPr>
        <p:txBody>
          <a:bodyPr wrap="square" rtlCol="0">
            <a:spAutoFit/>
          </a:bodyPr>
          <a:lstStyle/>
          <a:p>
            <a:r>
              <a:rPr lang="en-US" sz="2000"/>
              <a:t>Bioretention planters via New Jersey Future</a:t>
            </a:r>
          </a:p>
        </p:txBody>
      </p:sp>
      <p:sp>
        <p:nvSpPr>
          <p:cNvPr id="28" name="TextBox 27">
            <a:extLst>
              <a:ext uri="{FF2B5EF4-FFF2-40B4-BE49-F238E27FC236}">
                <a16:creationId xmlns:a16="http://schemas.microsoft.com/office/drawing/2014/main" id="{37D880C7-CB6E-7F34-B578-9A350A90A5EA}"/>
              </a:ext>
            </a:extLst>
          </p:cNvPr>
          <p:cNvSpPr txBox="1"/>
          <p:nvPr/>
        </p:nvSpPr>
        <p:spPr>
          <a:xfrm>
            <a:off x="1525500" y="31368136"/>
            <a:ext cx="5001504" cy="707886"/>
          </a:xfrm>
          <a:prstGeom prst="rect">
            <a:avLst/>
          </a:prstGeom>
          <a:noFill/>
        </p:spPr>
        <p:txBody>
          <a:bodyPr wrap="square" rtlCol="0">
            <a:spAutoFit/>
          </a:bodyPr>
          <a:lstStyle/>
          <a:p>
            <a:r>
              <a:rPr lang="en-US" sz="2000"/>
              <a:t>Green Street via American Society of Landscape Architects</a:t>
            </a:r>
          </a:p>
        </p:txBody>
      </p:sp>
      <p:sp>
        <p:nvSpPr>
          <p:cNvPr id="12" name="TextBox 11">
            <a:extLst>
              <a:ext uri="{FF2B5EF4-FFF2-40B4-BE49-F238E27FC236}">
                <a16:creationId xmlns:a16="http://schemas.microsoft.com/office/drawing/2014/main" id="{6E41C649-FD35-1D57-2680-6307FCF42638}"/>
              </a:ext>
            </a:extLst>
          </p:cNvPr>
          <p:cNvSpPr txBox="1"/>
          <p:nvPr/>
        </p:nvSpPr>
        <p:spPr>
          <a:xfrm>
            <a:off x="1226573" y="7141636"/>
            <a:ext cx="41489522" cy="2862322"/>
          </a:xfrm>
          <a:prstGeom prst="rect">
            <a:avLst/>
          </a:prstGeom>
          <a:noFill/>
          <a:ln>
            <a:solidFill>
              <a:schemeClr val="accent4">
                <a:lumMod val="60000"/>
                <a:lumOff val="40000"/>
              </a:schemeClr>
            </a:solidFill>
          </a:ln>
        </p:spPr>
        <p:txBody>
          <a:bodyPr wrap="square" rtlCol="0">
            <a:spAutoFit/>
          </a:bodyPr>
          <a:lstStyle/>
          <a:p>
            <a:r>
              <a:rPr lang="en-US" sz="3600"/>
              <a:t>Global population growth drives urbanization, leading to increased impervious surfaces that disrupt the natural water cycle, increasing stormwater volume and peak flows and pollution of lakes, streams and other bodies of water, as well as exacerbating the urban heat island effect. Green infrastructure (GI), including green stormwater infrastructure (GSI) such as green roofs and vegetated swales, aims to mitigate these using nature-based solutions such as mimicking the natural water cycle, although research on its potential to mitigate the urban heat island effect, especially in various climates, remains limited. New modeling approaches are crucial to understand the complex interactions between climate, landscape, runoff, and heat mitigation, aiding cities in planning more efficient and effective green infrastructure management as climates change.</a:t>
            </a:r>
          </a:p>
        </p:txBody>
      </p:sp>
      <p:grpSp>
        <p:nvGrpSpPr>
          <p:cNvPr id="6" name="Group 5">
            <a:extLst>
              <a:ext uri="{FF2B5EF4-FFF2-40B4-BE49-F238E27FC236}">
                <a16:creationId xmlns:a16="http://schemas.microsoft.com/office/drawing/2014/main" id="{366A6471-B4DF-8191-2DF3-B54613FE77C4}"/>
              </a:ext>
            </a:extLst>
          </p:cNvPr>
          <p:cNvGrpSpPr/>
          <p:nvPr/>
        </p:nvGrpSpPr>
        <p:grpSpPr>
          <a:xfrm>
            <a:off x="16648994" y="10494822"/>
            <a:ext cx="15138459" cy="5507178"/>
            <a:chOff x="16648994" y="10658107"/>
            <a:chExt cx="15138459" cy="5507178"/>
          </a:xfrm>
        </p:grpSpPr>
        <p:sp>
          <p:nvSpPr>
            <p:cNvPr id="19" name="Rectangle 18">
              <a:extLst>
                <a:ext uri="{FF2B5EF4-FFF2-40B4-BE49-F238E27FC236}">
                  <a16:creationId xmlns:a16="http://schemas.microsoft.com/office/drawing/2014/main" id="{14FEB14E-1711-478D-B740-BFFC6CF156A7}"/>
                </a:ext>
              </a:extLst>
            </p:cNvPr>
            <p:cNvSpPr/>
            <p:nvPr/>
          </p:nvSpPr>
          <p:spPr>
            <a:xfrm>
              <a:off x="16648994" y="10676373"/>
              <a:ext cx="15138459" cy="5488912"/>
            </a:xfrm>
            <a:prstGeom prst="rect">
              <a:avLst/>
            </a:prstGeom>
            <a:solidFill>
              <a:schemeClr val="accent4">
                <a:lumMod val="60000"/>
                <a:lumOff val="40000"/>
              </a:schemeClr>
            </a:solidFill>
            <a:ln>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noFill/>
              </a:endParaRPr>
            </a:p>
          </p:txBody>
        </p:sp>
        <p:grpSp>
          <p:nvGrpSpPr>
            <p:cNvPr id="2" name="Group 1">
              <a:extLst>
                <a:ext uri="{FF2B5EF4-FFF2-40B4-BE49-F238E27FC236}">
                  <a16:creationId xmlns:a16="http://schemas.microsoft.com/office/drawing/2014/main" id="{AF0095C0-FA4B-49C5-5840-16664F748D93}"/>
                </a:ext>
              </a:extLst>
            </p:cNvPr>
            <p:cNvGrpSpPr/>
            <p:nvPr/>
          </p:nvGrpSpPr>
          <p:grpSpPr>
            <a:xfrm>
              <a:off x="16648995" y="10658107"/>
              <a:ext cx="15138458" cy="828207"/>
              <a:chOff x="919931" y="7023298"/>
              <a:chExt cx="31117141" cy="753576"/>
            </a:xfrm>
            <a:solidFill>
              <a:schemeClr val="accent4">
                <a:lumMod val="75000"/>
              </a:schemeClr>
            </a:solidFill>
          </p:grpSpPr>
          <p:sp>
            <p:nvSpPr>
              <p:cNvPr id="4" name="Rectangle 3">
                <a:extLst>
                  <a:ext uri="{FF2B5EF4-FFF2-40B4-BE49-F238E27FC236}">
                    <a16:creationId xmlns:a16="http://schemas.microsoft.com/office/drawing/2014/main" id="{AD61E74E-28DB-E654-8382-B719511218ED}"/>
                  </a:ext>
                </a:extLst>
              </p:cNvPr>
              <p:cNvSpPr/>
              <p:nvPr/>
            </p:nvSpPr>
            <p:spPr>
              <a:xfrm>
                <a:off x="919931" y="7023298"/>
                <a:ext cx="31117141" cy="753576"/>
              </a:xfrm>
              <a:prstGeom prst="rect">
                <a:avLst/>
              </a:prstGeom>
              <a:grp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585216" tIns="292608" rIns="585216" bIns="292608" rtlCol="0" anchor="ctr"/>
              <a:lstStyle/>
              <a:p>
                <a:pPr algn="ctr"/>
                <a:endParaRPr sz="11386"/>
              </a:p>
            </p:txBody>
          </p:sp>
          <p:sp>
            <p:nvSpPr>
              <p:cNvPr id="9" name="TextBox 8">
                <a:extLst>
                  <a:ext uri="{FF2B5EF4-FFF2-40B4-BE49-F238E27FC236}">
                    <a16:creationId xmlns:a16="http://schemas.microsoft.com/office/drawing/2014/main" id="{0E2E0ED1-DAA0-A827-6CB2-F7F29072455A}"/>
                  </a:ext>
                </a:extLst>
              </p:cNvPr>
              <p:cNvSpPr txBox="1"/>
              <p:nvPr/>
            </p:nvSpPr>
            <p:spPr>
              <a:xfrm>
                <a:off x="10871246" y="7076769"/>
                <a:ext cx="12147199" cy="700105"/>
              </a:xfrm>
              <a:prstGeom prst="rect">
                <a:avLst/>
              </a:prstGeom>
              <a:grpFill/>
              <a:ln>
                <a:solidFill>
                  <a:schemeClr val="accent4">
                    <a:lumMod val="75000"/>
                  </a:schemeClr>
                </a:solidFill>
              </a:ln>
            </p:spPr>
            <p:txBody>
              <a:bodyPr wrap="square" rtlCol="0" anchor="ctr">
                <a:spAutoFit/>
              </a:bodyPr>
              <a:lstStyle/>
              <a:p>
                <a:pPr algn="ctr"/>
                <a:r>
                  <a:rPr lang="en-US" sz="4400">
                    <a:solidFill>
                      <a:schemeClr val="bg1"/>
                    </a:solidFill>
                  </a:rPr>
                  <a:t>Driving Questions</a:t>
                </a:r>
              </a:p>
            </p:txBody>
          </p:sp>
        </p:grpSp>
        <p:sp>
          <p:nvSpPr>
            <p:cNvPr id="14" name="TextBox 13">
              <a:extLst>
                <a:ext uri="{FF2B5EF4-FFF2-40B4-BE49-F238E27FC236}">
                  <a16:creationId xmlns:a16="http://schemas.microsoft.com/office/drawing/2014/main" id="{4F1D19A1-4E1F-C322-C7EA-27E1265A363D}"/>
                </a:ext>
              </a:extLst>
            </p:cNvPr>
            <p:cNvSpPr txBox="1"/>
            <p:nvPr/>
          </p:nvSpPr>
          <p:spPr>
            <a:xfrm>
              <a:off x="16949057" y="11795529"/>
              <a:ext cx="14712936" cy="3929281"/>
            </a:xfrm>
            <a:prstGeom prst="rect">
              <a:avLst/>
            </a:prstGeom>
            <a:noFill/>
            <a:ln>
              <a:noFill/>
            </a:ln>
          </p:spPr>
          <p:txBody>
            <a:bodyPr wrap="square" rtlCol="0" anchor="ctr">
              <a:spAutoFit/>
            </a:bodyPr>
            <a:lstStyle/>
            <a:p>
              <a:pPr marL="571500" indent="-571500">
                <a:spcBef>
                  <a:spcPts val="2000"/>
                </a:spcBef>
                <a:buFont typeface="Arial" panose="020B0604020202020204" pitchFamily="34" charset="0"/>
                <a:buChar char="•"/>
              </a:pPr>
              <a:r>
                <a:rPr lang="en-US" sz="3600">
                  <a:solidFill>
                    <a:schemeClr val="tx1"/>
                  </a:solidFill>
                </a:rPr>
                <a:t>How does background climate influence the effect of GSI in </a:t>
              </a:r>
              <a:r>
                <a:rPr lang="en-US" sz="3600"/>
                <a:t>mitigating</a:t>
              </a:r>
              <a:r>
                <a:rPr lang="en-US" sz="3600">
                  <a:solidFill>
                    <a:schemeClr val="tx1"/>
                  </a:solidFill>
                </a:rPr>
                <a:t> urban heat and surface runoff?</a:t>
              </a:r>
            </a:p>
            <a:p>
              <a:pPr marL="571500" indent="-571500">
                <a:spcBef>
                  <a:spcPts val="2000"/>
                </a:spcBef>
                <a:buFont typeface="Arial" panose="020B0604020202020204" pitchFamily="34" charset="0"/>
                <a:buChar char="•"/>
              </a:pPr>
              <a:r>
                <a:rPr lang="en-US" sz="3600">
                  <a:solidFill>
                    <a:schemeClr val="tx1"/>
                  </a:solidFill>
                </a:rPr>
                <a:t>How will climate change moderate the effectiveness of GSI in mitigating urban heat and surface runoff? </a:t>
              </a:r>
            </a:p>
            <a:p>
              <a:pPr marL="571500" indent="-571500">
                <a:spcBef>
                  <a:spcPts val="2000"/>
                </a:spcBef>
                <a:buFont typeface="Arial" panose="020B0604020202020204" pitchFamily="34" charset="0"/>
                <a:buChar char="•"/>
              </a:pPr>
              <a:r>
                <a:rPr lang="en-US" sz="3600">
                  <a:solidFill>
                    <a:schemeClr val="tx1"/>
                  </a:solidFill>
                </a:rPr>
                <a:t>How do we optimize the performance of green infrastructure given local constraints and changing climate?</a:t>
              </a:r>
            </a:p>
          </p:txBody>
        </p:sp>
      </p:grpSp>
      <p:sp>
        <p:nvSpPr>
          <p:cNvPr id="24" name="TextBox 23">
            <a:extLst>
              <a:ext uri="{FF2B5EF4-FFF2-40B4-BE49-F238E27FC236}">
                <a16:creationId xmlns:a16="http://schemas.microsoft.com/office/drawing/2014/main" id="{24BA34B0-8712-D467-9612-93539173FC8B}"/>
              </a:ext>
            </a:extLst>
          </p:cNvPr>
          <p:cNvSpPr txBox="1"/>
          <p:nvPr/>
        </p:nvSpPr>
        <p:spPr>
          <a:xfrm>
            <a:off x="1483561" y="24405960"/>
            <a:ext cx="14845651" cy="707886"/>
          </a:xfrm>
          <a:prstGeom prst="rect">
            <a:avLst/>
          </a:prstGeom>
          <a:noFill/>
          <a:ln>
            <a:noFill/>
          </a:ln>
        </p:spPr>
        <p:txBody>
          <a:bodyPr wrap="square" rtlCol="0">
            <a:spAutoFit/>
          </a:bodyPr>
          <a:lstStyle/>
          <a:p>
            <a:pPr algn="ctr"/>
            <a:r>
              <a:rPr lang="en-US" sz="4000">
                <a:solidFill>
                  <a:schemeClr val="accent6">
                    <a:lumMod val="50000"/>
                  </a:schemeClr>
                </a:solidFill>
              </a:rPr>
              <a:t>Cooling via evapotranspiration from GSI can help reduce UHI</a:t>
            </a:r>
          </a:p>
        </p:txBody>
      </p:sp>
      <p:sp>
        <p:nvSpPr>
          <p:cNvPr id="31" name="TextBox 30">
            <a:extLst>
              <a:ext uri="{FF2B5EF4-FFF2-40B4-BE49-F238E27FC236}">
                <a16:creationId xmlns:a16="http://schemas.microsoft.com/office/drawing/2014/main" id="{405F418A-7963-5CAE-1488-B9AB8E6895E3}"/>
              </a:ext>
            </a:extLst>
          </p:cNvPr>
          <p:cNvSpPr txBox="1"/>
          <p:nvPr/>
        </p:nvSpPr>
        <p:spPr>
          <a:xfrm>
            <a:off x="1847321" y="10459684"/>
            <a:ext cx="13920743" cy="707886"/>
          </a:xfrm>
          <a:prstGeom prst="rect">
            <a:avLst/>
          </a:prstGeom>
          <a:noFill/>
          <a:ln>
            <a:noFill/>
          </a:ln>
        </p:spPr>
        <p:txBody>
          <a:bodyPr wrap="square" rtlCol="0">
            <a:spAutoFit/>
          </a:bodyPr>
          <a:lstStyle/>
          <a:p>
            <a:pPr algn="ctr"/>
            <a:r>
              <a:rPr lang="en-US" sz="4000">
                <a:solidFill>
                  <a:schemeClr val="accent6">
                    <a:lumMod val="50000"/>
                  </a:schemeClr>
                </a:solidFill>
              </a:rPr>
              <a:t>Urbanization disrupts the natural water cycle</a:t>
            </a:r>
          </a:p>
        </p:txBody>
      </p:sp>
      <p:sp>
        <p:nvSpPr>
          <p:cNvPr id="37" name="TextBox 36">
            <a:extLst>
              <a:ext uri="{FF2B5EF4-FFF2-40B4-BE49-F238E27FC236}">
                <a16:creationId xmlns:a16="http://schemas.microsoft.com/office/drawing/2014/main" id="{CCB210B3-0A8C-EC10-594D-6B6E197C910D}"/>
              </a:ext>
            </a:extLst>
          </p:cNvPr>
          <p:cNvSpPr txBox="1"/>
          <p:nvPr/>
        </p:nvSpPr>
        <p:spPr>
          <a:xfrm>
            <a:off x="16648994" y="16263271"/>
            <a:ext cx="15138459" cy="707886"/>
          </a:xfrm>
          <a:prstGeom prst="rect">
            <a:avLst/>
          </a:prstGeom>
          <a:noFill/>
          <a:ln>
            <a:noFill/>
          </a:ln>
        </p:spPr>
        <p:txBody>
          <a:bodyPr wrap="square" rtlCol="0">
            <a:spAutoFit/>
          </a:bodyPr>
          <a:lstStyle/>
          <a:p>
            <a:pPr algn="ctr"/>
            <a:r>
              <a:rPr lang="en-US" sz="4000">
                <a:solidFill>
                  <a:schemeClr val="accent6">
                    <a:lumMod val="50000"/>
                  </a:schemeClr>
                </a:solidFill>
              </a:rPr>
              <a:t>Impervious surfaces and human activity exacerbate urban heat </a:t>
            </a:r>
          </a:p>
        </p:txBody>
      </p:sp>
      <p:grpSp>
        <p:nvGrpSpPr>
          <p:cNvPr id="22" name="Group 21">
            <a:extLst>
              <a:ext uri="{FF2B5EF4-FFF2-40B4-BE49-F238E27FC236}">
                <a16:creationId xmlns:a16="http://schemas.microsoft.com/office/drawing/2014/main" id="{49CAED1A-ECC9-D41E-F4D7-D96287E7EB56}"/>
              </a:ext>
            </a:extLst>
          </p:cNvPr>
          <p:cNvGrpSpPr/>
          <p:nvPr/>
        </p:nvGrpSpPr>
        <p:grpSpPr>
          <a:xfrm>
            <a:off x="1454872" y="20651904"/>
            <a:ext cx="14944780" cy="4401809"/>
            <a:chOff x="16838861" y="19071827"/>
            <a:chExt cx="13798530" cy="5161950"/>
          </a:xfrm>
        </p:grpSpPr>
        <p:sp>
          <p:nvSpPr>
            <p:cNvPr id="38" name="Rectangle 37">
              <a:extLst>
                <a:ext uri="{FF2B5EF4-FFF2-40B4-BE49-F238E27FC236}">
                  <a16:creationId xmlns:a16="http://schemas.microsoft.com/office/drawing/2014/main" id="{566A4170-CE83-9823-A049-07D2EA7CB11C}"/>
                </a:ext>
              </a:extLst>
            </p:cNvPr>
            <p:cNvSpPr/>
            <p:nvPr/>
          </p:nvSpPr>
          <p:spPr>
            <a:xfrm>
              <a:off x="16839931" y="19911242"/>
              <a:ext cx="13797460" cy="3251597"/>
            </a:xfrm>
            <a:prstGeom prst="rect">
              <a:avLst/>
            </a:prstGeom>
            <a:solidFill>
              <a:schemeClr val="accent4">
                <a:lumMod val="60000"/>
                <a:lumOff val="40000"/>
              </a:schemeClr>
            </a:solidFill>
            <a:ln>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noFill/>
              </a:endParaRPr>
            </a:p>
          </p:txBody>
        </p:sp>
        <p:sp>
          <p:nvSpPr>
            <p:cNvPr id="35" name="Rectangle 34">
              <a:extLst>
                <a:ext uri="{FF2B5EF4-FFF2-40B4-BE49-F238E27FC236}">
                  <a16:creationId xmlns:a16="http://schemas.microsoft.com/office/drawing/2014/main" id="{2D55960B-26ED-E52E-0ECC-2D7B67C4DDEB}"/>
                </a:ext>
              </a:extLst>
            </p:cNvPr>
            <p:cNvSpPr/>
            <p:nvPr/>
          </p:nvSpPr>
          <p:spPr>
            <a:xfrm>
              <a:off x="16838861" y="19071827"/>
              <a:ext cx="13797461" cy="836771"/>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585216" tIns="292608" rIns="585216" bIns="292608" rtlCol="0" anchor="ctr"/>
            <a:lstStyle/>
            <a:p>
              <a:pPr algn="ctr"/>
              <a:r>
                <a:rPr lang="en-US" sz="4400"/>
                <a:t>Methods</a:t>
              </a:r>
              <a:endParaRPr sz="4400"/>
            </a:p>
          </p:txBody>
        </p:sp>
        <p:sp>
          <p:nvSpPr>
            <p:cNvPr id="39" name="TextBox 38">
              <a:extLst>
                <a:ext uri="{FF2B5EF4-FFF2-40B4-BE49-F238E27FC236}">
                  <a16:creationId xmlns:a16="http://schemas.microsoft.com/office/drawing/2014/main" id="{870C041B-F17A-25EB-09DF-07F6363119E9}"/>
                </a:ext>
              </a:extLst>
            </p:cNvPr>
            <p:cNvSpPr txBox="1"/>
            <p:nvPr/>
          </p:nvSpPr>
          <p:spPr>
            <a:xfrm>
              <a:off x="16949567" y="19985678"/>
              <a:ext cx="13596299" cy="4248099"/>
            </a:xfrm>
            <a:prstGeom prst="rect">
              <a:avLst/>
            </a:prstGeom>
            <a:noFill/>
          </p:spPr>
          <p:txBody>
            <a:bodyPr wrap="square" rtlCol="0">
              <a:spAutoFit/>
            </a:bodyPr>
            <a:lstStyle/>
            <a:p>
              <a:r>
                <a:rPr lang="en-US" sz="3600"/>
                <a:t>The focus for the semester is to construct an in-depth review of current literature about GSI, UHI, climate variability, and other related topics. These findings will be integrated into the project description for a grant proposal to fund this project.</a:t>
              </a:r>
            </a:p>
            <a:p>
              <a:endParaRPr lang="en-US"/>
            </a:p>
          </p:txBody>
        </p:sp>
      </p:grpSp>
      <p:sp>
        <p:nvSpPr>
          <p:cNvPr id="43" name="Rectangle 42">
            <a:extLst>
              <a:ext uri="{FF2B5EF4-FFF2-40B4-BE49-F238E27FC236}">
                <a16:creationId xmlns:a16="http://schemas.microsoft.com/office/drawing/2014/main" id="{AFA24AF8-89D1-3C98-D0D4-8DE020AEF24E}"/>
              </a:ext>
            </a:extLst>
          </p:cNvPr>
          <p:cNvSpPr/>
          <p:nvPr/>
        </p:nvSpPr>
        <p:spPr>
          <a:xfrm>
            <a:off x="32241206" y="10511461"/>
            <a:ext cx="10474890" cy="10368091"/>
          </a:xfrm>
          <a:prstGeom prst="rect">
            <a:avLst/>
          </a:prstGeom>
          <a:solidFill>
            <a:schemeClr val="accent4">
              <a:lumMod val="60000"/>
              <a:lumOff val="40000"/>
            </a:schemeClr>
          </a:solidFill>
          <a:ln>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noFill/>
            </a:endParaRPr>
          </a:p>
        </p:txBody>
      </p:sp>
      <p:pic>
        <p:nvPicPr>
          <p:cNvPr id="50" name="Picture 49">
            <a:extLst>
              <a:ext uri="{FF2B5EF4-FFF2-40B4-BE49-F238E27FC236}">
                <a16:creationId xmlns:a16="http://schemas.microsoft.com/office/drawing/2014/main" id="{FB9B1994-F821-D797-C110-D19A1455A0A0}"/>
              </a:ext>
            </a:extLst>
          </p:cNvPr>
          <p:cNvPicPr>
            <a:picLocks noChangeAspect="1"/>
          </p:cNvPicPr>
          <p:nvPr/>
        </p:nvPicPr>
        <p:blipFill>
          <a:blip r:embed="rId9"/>
          <a:stretch>
            <a:fillRect/>
          </a:stretch>
        </p:blipFill>
        <p:spPr>
          <a:xfrm>
            <a:off x="18085134" y="25049598"/>
            <a:ext cx="11749962" cy="7123414"/>
          </a:xfrm>
          <a:prstGeom prst="rect">
            <a:avLst/>
          </a:prstGeom>
        </p:spPr>
      </p:pic>
      <p:sp>
        <p:nvSpPr>
          <p:cNvPr id="51" name="TextBox 50">
            <a:extLst>
              <a:ext uri="{FF2B5EF4-FFF2-40B4-BE49-F238E27FC236}">
                <a16:creationId xmlns:a16="http://schemas.microsoft.com/office/drawing/2014/main" id="{170133CE-D9A3-4600-DE10-E9F0C95C7DB1}"/>
              </a:ext>
            </a:extLst>
          </p:cNvPr>
          <p:cNvSpPr txBox="1"/>
          <p:nvPr/>
        </p:nvSpPr>
        <p:spPr>
          <a:xfrm>
            <a:off x="16648994" y="24977003"/>
            <a:ext cx="15138459" cy="707886"/>
          </a:xfrm>
          <a:prstGeom prst="rect">
            <a:avLst/>
          </a:prstGeom>
          <a:solidFill>
            <a:schemeClr val="bg1"/>
          </a:solidFill>
          <a:ln>
            <a:noFill/>
          </a:ln>
        </p:spPr>
        <p:txBody>
          <a:bodyPr wrap="square" rtlCol="0">
            <a:spAutoFit/>
          </a:bodyPr>
          <a:lstStyle/>
          <a:p>
            <a:pPr algn="ctr"/>
            <a:r>
              <a:rPr lang="en-US" sz="4000">
                <a:solidFill>
                  <a:schemeClr val="accent6">
                    <a:lumMod val="50000"/>
                  </a:schemeClr>
                </a:solidFill>
              </a:rPr>
              <a:t>Potential of GSI for UHI mitigation varies by climate</a:t>
            </a:r>
          </a:p>
        </p:txBody>
      </p:sp>
      <p:sp>
        <p:nvSpPr>
          <p:cNvPr id="52" name="TextBox 51">
            <a:extLst>
              <a:ext uri="{FF2B5EF4-FFF2-40B4-BE49-F238E27FC236}">
                <a16:creationId xmlns:a16="http://schemas.microsoft.com/office/drawing/2014/main" id="{70A89DBB-CA5E-CFE5-CA2A-25448AD63763}"/>
              </a:ext>
            </a:extLst>
          </p:cNvPr>
          <p:cNvSpPr txBox="1"/>
          <p:nvPr/>
        </p:nvSpPr>
        <p:spPr>
          <a:xfrm>
            <a:off x="32664250" y="11393342"/>
            <a:ext cx="10086057" cy="9900146"/>
          </a:xfrm>
          <a:prstGeom prst="rect">
            <a:avLst/>
          </a:prstGeom>
          <a:noFill/>
          <a:ln>
            <a:noFill/>
          </a:ln>
        </p:spPr>
        <p:txBody>
          <a:bodyPr wrap="square" rtlCol="0" anchor="ctr">
            <a:spAutoFit/>
          </a:bodyPr>
          <a:lstStyle/>
          <a:p>
            <a:pPr>
              <a:spcBef>
                <a:spcPts val="2000"/>
              </a:spcBef>
            </a:pPr>
            <a:r>
              <a:rPr lang="en-US" sz="3600"/>
              <a:t>Primary g</a:t>
            </a:r>
            <a:r>
              <a:rPr lang="en-US" sz="3600">
                <a:solidFill>
                  <a:schemeClr val="tx1"/>
                </a:solidFill>
              </a:rPr>
              <a:t>aps in knowledge identified:</a:t>
            </a:r>
          </a:p>
          <a:p>
            <a:pPr marL="571500" indent="-571500">
              <a:spcBef>
                <a:spcPts val="2000"/>
              </a:spcBef>
              <a:buFont typeface="Arial" panose="020B0604020202020204" pitchFamily="34" charset="0"/>
              <a:buChar char="•"/>
            </a:pPr>
            <a:r>
              <a:rPr lang="en-US" sz="3600"/>
              <a:t>Studies quantifying both hydrological and cooling performance of GSI (bioretention, specifically)</a:t>
            </a:r>
          </a:p>
          <a:p>
            <a:pPr marL="571500" indent="-571500">
              <a:spcBef>
                <a:spcPts val="2000"/>
              </a:spcBef>
              <a:buFont typeface="Arial" panose="020B0604020202020204" pitchFamily="34" charset="0"/>
              <a:buChar char="•"/>
            </a:pPr>
            <a:r>
              <a:rPr lang="en-US" sz="3600"/>
              <a:t>Continuous, long-term monitoring of GI</a:t>
            </a:r>
          </a:p>
          <a:p>
            <a:pPr marL="571500" indent="-571500">
              <a:spcBef>
                <a:spcPts val="2000"/>
              </a:spcBef>
              <a:buFont typeface="Arial" panose="020B0604020202020204" pitchFamily="34" charset="0"/>
              <a:buChar char="•"/>
            </a:pPr>
            <a:r>
              <a:rPr lang="en-US" sz="3600"/>
              <a:t>UHI and GSI studies outside of Europe, China, and US</a:t>
            </a:r>
          </a:p>
          <a:p>
            <a:pPr marL="571500" indent="-571500">
              <a:spcBef>
                <a:spcPts val="2000"/>
              </a:spcBef>
              <a:buFont typeface="Arial" panose="020B0604020202020204" pitchFamily="34" charset="0"/>
              <a:buChar char="•"/>
            </a:pPr>
            <a:r>
              <a:rPr lang="en-US" sz="3600"/>
              <a:t>Comparisons of GSI potential in different climates</a:t>
            </a:r>
          </a:p>
          <a:p>
            <a:pPr marL="571500" indent="-571500">
              <a:spcBef>
                <a:spcPts val="2000"/>
              </a:spcBef>
              <a:buFont typeface="Arial" panose="020B0604020202020204" pitchFamily="34" charset="0"/>
              <a:buChar char="•"/>
            </a:pPr>
            <a:r>
              <a:rPr lang="en-US" sz="3600"/>
              <a:t>Quantification of GI benefits for urban heat (i.e., impact on quality of life)</a:t>
            </a:r>
          </a:p>
          <a:p>
            <a:pPr marL="571500" indent="-571500">
              <a:spcBef>
                <a:spcPts val="2000"/>
              </a:spcBef>
              <a:buFont typeface="Arial" panose="020B0604020202020204" pitchFamily="34" charset="0"/>
              <a:buChar char="•"/>
            </a:pPr>
            <a:r>
              <a:rPr lang="en-US" sz="3600"/>
              <a:t>Equity in GSI implementation</a:t>
            </a:r>
          </a:p>
          <a:p>
            <a:pPr marL="571500" indent="-571500">
              <a:spcBef>
                <a:spcPts val="2000"/>
              </a:spcBef>
              <a:buFont typeface="Arial" panose="020B0604020202020204" pitchFamily="34" charset="0"/>
              <a:buChar char="•"/>
            </a:pPr>
            <a:r>
              <a:rPr lang="en-US" sz="3600"/>
              <a:t>Synergism: how co-benefits work together</a:t>
            </a:r>
          </a:p>
          <a:p>
            <a:pPr marL="571500" indent="-571500">
              <a:spcBef>
                <a:spcPts val="2000"/>
              </a:spcBef>
              <a:buFont typeface="Arial" panose="020B0604020202020204" pitchFamily="34" charset="0"/>
              <a:buChar char="•"/>
            </a:pPr>
            <a:endParaRPr lang="en-US" sz="3600">
              <a:solidFill>
                <a:schemeClr val="tx1"/>
              </a:solidFill>
            </a:endParaRPr>
          </a:p>
        </p:txBody>
      </p:sp>
      <p:sp>
        <p:nvSpPr>
          <p:cNvPr id="53" name="Rectangle 52">
            <a:extLst>
              <a:ext uri="{FF2B5EF4-FFF2-40B4-BE49-F238E27FC236}">
                <a16:creationId xmlns:a16="http://schemas.microsoft.com/office/drawing/2014/main" id="{32E7BCBB-F6B0-5ACA-87C5-1A8BABEFE39A}"/>
              </a:ext>
            </a:extLst>
          </p:cNvPr>
          <p:cNvSpPr/>
          <p:nvPr/>
        </p:nvSpPr>
        <p:spPr>
          <a:xfrm>
            <a:off x="32241205" y="10550172"/>
            <a:ext cx="10438634" cy="77285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585216" tIns="292608" rIns="585216" bIns="292608" rtlCol="0" anchor="ctr"/>
          <a:lstStyle/>
          <a:p>
            <a:pPr algn="ctr"/>
            <a:endParaRPr sz="11386"/>
          </a:p>
        </p:txBody>
      </p:sp>
      <p:sp>
        <p:nvSpPr>
          <p:cNvPr id="54" name="TextBox 53">
            <a:extLst>
              <a:ext uri="{FF2B5EF4-FFF2-40B4-BE49-F238E27FC236}">
                <a16:creationId xmlns:a16="http://schemas.microsoft.com/office/drawing/2014/main" id="{2ED5BF32-3123-A37F-5E8D-BDE8EC9AF578}"/>
              </a:ext>
            </a:extLst>
          </p:cNvPr>
          <p:cNvSpPr txBox="1"/>
          <p:nvPr/>
        </p:nvSpPr>
        <p:spPr>
          <a:xfrm>
            <a:off x="34718267" y="10509743"/>
            <a:ext cx="5909600" cy="769440"/>
          </a:xfrm>
          <a:prstGeom prst="rect">
            <a:avLst/>
          </a:prstGeom>
          <a:solidFill>
            <a:schemeClr val="accent4">
              <a:lumMod val="75000"/>
            </a:schemeClr>
          </a:solidFill>
          <a:ln>
            <a:solidFill>
              <a:schemeClr val="accent4">
                <a:lumMod val="75000"/>
              </a:schemeClr>
            </a:solidFill>
          </a:ln>
        </p:spPr>
        <p:txBody>
          <a:bodyPr wrap="square" rtlCol="0" anchor="ctr">
            <a:spAutoFit/>
          </a:bodyPr>
          <a:lstStyle/>
          <a:p>
            <a:pPr algn="ctr"/>
            <a:r>
              <a:rPr lang="en-US" sz="4400">
                <a:solidFill>
                  <a:schemeClr val="bg1"/>
                </a:solidFill>
              </a:rPr>
              <a:t>Key Findings</a:t>
            </a:r>
          </a:p>
        </p:txBody>
      </p:sp>
      <p:sp>
        <p:nvSpPr>
          <p:cNvPr id="55" name="Rectangle 54">
            <a:extLst>
              <a:ext uri="{FF2B5EF4-FFF2-40B4-BE49-F238E27FC236}">
                <a16:creationId xmlns:a16="http://schemas.microsoft.com/office/drawing/2014/main" id="{F3E579C0-5133-2C1F-8B54-4628D62DC3C4}"/>
              </a:ext>
            </a:extLst>
          </p:cNvPr>
          <p:cNvSpPr/>
          <p:nvPr/>
        </p:nvSpPr>
        <p:spPr>
          <a:xfrm>
            <a:off x="32241205" y="21199729"/>
            <a:ext cx="10474890" cy="10368091"/>
          </a:xfrm>
          <a:prstGeom prst="rect">
            <a:avLst/>
          </a:prstGeom>
          <a:solidFill>
            <a:schemeClr val="accent4">
              <a:lumMod val="60000"/>
              <a:lumOff val="40000"/>
            </a:schemeClr>
          </a:solidFill>
          <a:ln>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noFill/>
            </a:endParaRPr>
          </a:p>
        </p:txBody>
      </p:sp>
      <p:sp>
        <p:nvSpPr>
          <p:cNvPr id="57" name="Rectangle 56">
            <a:extLst>
              <a:ext uri="{FF2B5EF4-FFF2-40B4-BE49-F238E27FC236}">
                <a16:creationId xmlns:a16="http://schemas.microsoft.com/office/drawing/2014/main" id="{162F9358-E48D-A56D-70DC-6FDE46A87861}"/>
              </a:ext>
            </a:extLst>
          </p:cNvPr>
          <p:cNvSpPr/>
          <p:nvPr/>
        </p:nvSpPr>
        <p:spPr>
          <a:xfrm>
            <a:off x="32241204" y="21238440"/>
            <a:ext cx="10438634" cy="772858"/>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585216" tIns="292608" rIns="585216" bIns="292608" rtlCol="0" anchor="ctr"/>
          <a:lstStyle/>
          <a:p>
            <a:pPr algn="ctr"/>
            <a:endParaRPr sz="11386"/>
          </a:p>
        </p:txBody>
      </p:sp>
      <p:sp>
        <p:nvSpPr>
          <p:cNvPr id="58" name="TextBox 57">
            <a:extLst>
              <a:ext uri="{FF2B5EF4-FFF2-40B4-BE49-F238E27FC236}">
                <a16:creationId xmlns:a16="http://schemas.microsoft.com/office/drawing/2014/main" id="{BCD2D84A-17CD-3AE7-3FA4-10E28C4C8A83}"/>
              </a:ext>
            </a:extLst>
          </p:cNvPr>
          <p:cNvSpPr txBox="1"/>
          <p:nvPr/>
        </p:nvSpPr>
        <p:spPr>
          <a:xfrm>
            <a:off x="34718266" y="21198011"/>
            <a:ext cx="5909600" cy="769440"/>
          </a:xfrm>
          <a:prstGeom prst="rect">
            <a:avLst/>
          </a:prstGeom>
          <a:solidFill>
            <a:schemeClr val="accent4">
              <a:lumMod val="75000"/>
            </a:schemeClr>
          </a:solidFill>
          <a:ln>
            <a:solidFill>
              <a:schemeClr val="accent4">
                <a:lumMod val="75000"/>
              </a:schemeClr>
            </a:solidFill>
          </a:ln>
        </p:spPr>
        <p:txBody>
          <a:bodyPr wrap="square" rtlCol="0" anchor="ctr">
            <a:spAutoFit/>
          </a:bodyPr>
          <a:lstStyle/>
          <a:p>
            <a:pPr algn="ctr"/>
            <a:r>
              <a:rPr lang="en-US" sz="4400">
                <a:solidFill>
                  <a:schemeClr val="bg1"/>
                </a:solidFill>
              </a:rPr>
              <a:t>Next Steps</a:t>
            </a:r>
          </a:p>
        </p:txBody>
      </p:sp>
      <p:pic>
        <p:nvPicPr>
          <p:cNvPr id="61" name="image2.png">
            <a:extLst>
              <a:ext uri="{FF2B5EF4-FFF2-40B4-BE49-F238E27FC236}">
                <a16:creationId xmlns:a16="http://schemas.microsoft.com/office/drawing/2014/main" id="{09C42788-21F3-A0B1-63EA-16ACA80C3544}"/>
              </a:ext>
            </a:extLst>
          </p:cNvPr>
          <p:cNvPicPr/>
          <p:nvPr/>
        </p:nvPicPr>
        <p:blipFill>
          <a:blip r:embed="rId10"/>
          <a:srcRect/>
          <a:stretch>
            <a:fillRect/>
          </a:stretch>
        </p:blipFill>
        <p:spPr>
          <a:xfrm>
            <a:off x="33137276" y="25880831"/>
            <a:ext cx="9071579" cy="5161397"/>
          </a:xfrm>
          <a:prstGeom prst="rect">
            <a:avLst/>
          </a:prstGeom>
          <a:ln/>
        </p:spPr>
      </p:pic>
      <p:sp>
        <p:nvSpPr>
          <p:cNvPr id="62" name="TextBox 61">
            <a:extLst>
              <a:ext uri="{FF2B5EF4-FFF2-40B4-BE49-F238E27FC236}">
                <a16:creationId xmlns:a16="http://schemas.microsoft.com/office/drawing/2014/main" id="{9C542B61-9EB6-0F01-A145-1616577A5687}"/>
              </a:ext>
            </a:extLst>
          </p:cNvPr>
          <p:cNvSpPr txBox="1"/>
          <p:nvPr/>
        </p:nvSpPr>
        <p:spPr>
          <a:xfrm>
            <a:off x="32497738" y="20860500"/>
            <a:ext cx="10086057" cy="4770537"/>
          </a:xfrm>
          <a:prstGeom prst="rect">
            <a:avLst/>
          </a:prstGeom>
          <a:noFill/>
        </p:spPr>
        <p:txBody>
          <a:bodyPr wrap="square" rtlCol="0">
            <a:spAutoFit/>
          </a:bodyPr>
          <a:lstStyle/>
          <a:p>
            <a:endParaRPr lang="en-US" sz="8800">
              <a:solidFill>
                <a:schemeClr val="tx1"/>
              </a:solidFill>
            </a:endParaRPr>
          </a:p>
          <a:p>
            <a:r>
              <a:rPr lang="en-US" sz="3600"/>
              <a:t>Use land-surface model NOAH-MP to evaluate the impact of GSI and quantify feedbacks between runoff reduction and heat risk across climate regimes. The following diagram represents modeling scenarios to evaluate the effects of GSI on urban heat and runoff.</a:t>
            </a:r>
          </a:p>
        </p:txBody>
      </p:sp>
    </p:spTree>
    <p:extLst>
      <p:ext uri="{BB962C8B-B14F-4D97-AF65-F5344CB8AC3E}">
        <p14:creationId xmlns:p14="http://schemas.microsoft.com/office/powerpoint/2010/main" val="650453500"/>
      </p:ext>
    </p:extLst>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font script="Hans" typeface="宋体"/>
        <a:font script="Hant" typeface="新細明體"/>
      </a:majorFont>
      <a:minorFont>
        <a:latin typeface="Rockwell"/>
        <a:ea typeface=""/>
        <a:cs typeface=""/>
        <a:font script="Jpan" typeface="ＭＳ ゴシック"/>
        <a:font script="Hans" typeface="宋体"/>
        <a:font script="Hant" typeface="新細明體"/>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01d0fad-a7b2-4c98-8db2-19c478a02eb3">
      <Terms xmlns="http://schemas.microsoft.com/office/infopath/2007/PartnerControls"/>
    </lcf76f155ced4ddcb4097134ff3c332f>
    <TaxCatchAll xmlns="5db92ecc-433b-418a-8378-fc17758d75b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7B6E67FACEF1F4BA45E6123863293A9" ma:contentTypeVersion="22" ma:contentTypeDescription="Create a new document." ma:contentTypeScope="" ma:versionID="8b8b7552f12e4ad04c4287cdf6f05247">
  <xsd:schema xmlns:xsd="http://www.w3.org/2001/XMLSchema" xmlns:xs="http://www.w3.org/2001/XMLSchema" xmlns:p="http://schemas.microsoft.com/office/2006/metadata/properties" xmlns:ns2="601d0fad-a7b2-4c98-8db2-19c478a02eb3" xmlns:ns3="5db92ecc-433b-418a-8378-fc17758d75bd" targetNamespace="http://schemas.microsoft.com/office/2006/metadata/properties" ma:root="true" ma:fieldsID="2ba72251ad0714d04a7a5d341b05b101" ns2:_="" ns3:_="">
    <xsd:import namespace="601d0fad-a7b2-4c98-8db2-19c478a02eb3"/>
    <xsd:import namespace="5db92ecc-433b-418a-8378-fc17758d75b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MediaLengthInSeconds" minOccurs="0"/>
                <xsd:element ref="ns3:TaxCatchAll" minOccurs="0"/>
                <xsd:element ref="ns2:lcf76f155ced4ddcb4097134ff3c332f"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1d0fad-a7b2-4c98-8db2-19c478a02e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42a6ab63-2296-4282-8ae0-a6f9706fb78f"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db92ecc-433b-418a-8378-fc17758d75b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7f137f0f-39cb-43c2-8ecd-8bce9fc56dfe}" ma:internalName="TaxCatchAll" ma:showField="CatchAllData" ma:web="5db92ecc-433b-418a-8378-fc17758d75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2D9B4F-1638-4275-87E8-90ED0B12AC20}">
  <ds:schemaRefs>
    <ds:schemaRef ds:uri="5db92ecc-433b-418a-8378-fc17758d75bd"/>
    <ds:schemaRef ds:uri="601d0fad-a7b2-4c98-8db2-19c478a02eb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C4111F1-D3C9-4757-8214-C85381CA8625}">
  <ds:schemaRefs>
    <ds:schemaRef ds:uri="http://schemas.microsoft.com/sharepoint/v3/contenttype/forms"/>
  </ds:schemaRefs>
</ds:datastoreItem>
</file>

<file path=customXml/itemProps3.xml><?xml version="1.0" encoding="utf-8"?>
<ds:datastoreItem xmlns:ds="http://schemas.openxmlformats.org/officeDocument/2006/customXml" ds:itemID="{CF292FE9-5F7F-4CF5-AB1B-24D8D2BAB1A5}">
  <ds:schemaRefs>
    <ds:schemaRef ds:uri="5db92ecc-433b-418a-8378-fc17758d75bd"/>
    <ds:schemaRef ds:uri="601d0fad-a7b2-4c98-8db2-19c478a02eb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Advantage</vt:lpstr>
      <vt:lpstr>PowerPoint Presentation</vt:lpstr>
    </vt:vector>
  </TitlesOfParts>
  <Company>University of Portland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Heather Dillon</dc:creator>
  <cp:revision>1</cp:revision>
  <cp:lastPrinted>2014-09-06T17:00:34Z</cp:lastPrinted>
  <dcterms:created xsi:type="dcterms:W3CDTF">2013-11-13T21:06:12Z</dcterms:created>
  <dcterms:modified xsi:type="dcterms:W3CDTF">2024-03-29T16:16:36Z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0x010100A7B6E67FACEF1F4BA45E6123863293A9</vt:lpwstr>
  </property>
  <property fmtid="{D5CDD505-2E9C-101B-9397-08002B2CF9AE}" pid="3" name="MediaServiceImageTags">
    <vt:lpwstr/>
  </property>
</Properties>
</file>